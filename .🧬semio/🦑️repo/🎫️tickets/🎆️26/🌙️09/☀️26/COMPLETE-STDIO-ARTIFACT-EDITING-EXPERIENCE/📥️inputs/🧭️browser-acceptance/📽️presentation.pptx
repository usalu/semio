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 name="Prüf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de-DE" sz="2400" b="1">
                <a:solidFill>
                  <a:srgbClr val="114477"/>
                </a:solidFill>
              </a:rPr>
              <a:t>Grüße </a:t>
            </a:r>
            <a:r>
              <a:rPr lang="en-US" i="1"/>
              <a:t>世界</a:t>
            </a:r>
            <a:endParaRPr lang="de-DE"/>
          </a:p>
          <a:p>
            <a:pPr lvl="1"/>
            <a:endParaRPr lang="de-DE"/>
          </a:p>
        </p:txBody>
      </p:sp>
    </p:spTree>
  </p:cSld>
  <p:clrMapOvr>
    <a:masterClrMapping/>
  </p:clrMapOvr>
</p:sld>
</file>

<file path=customXml/item1.xml><?xml version="1.0" encoding="utf-8"?>
<retained xmlns="urn:stdio:acceptance" marker="pptx-unrelated">untouched</retained>
</file>