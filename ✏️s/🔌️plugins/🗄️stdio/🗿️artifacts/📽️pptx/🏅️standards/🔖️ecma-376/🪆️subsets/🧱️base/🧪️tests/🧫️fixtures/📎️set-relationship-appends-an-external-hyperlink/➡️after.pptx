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 Id="rIdOracleLink" Type="http://schemas.openxmlformats.org/officeDocument/2006/relationships/hyperlink" Target="https://example.invalid/oracle" TargetMode="Externa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64"/>
  </p:notesMasterIdLst>
  <p:sldIdLst>
    <p:sldId id="256" r:id="rId2"/>
    <p:sldId id="306" r:id="rId3"/>
    <p:sldId id="257" r:id="rId4"/>
    <p:sldId id="272" r:id="rId5"/>
    <p:sldId id="268" r:id="rId6"/>
    <p:sldId id="258" r:id="rId7"/>
    <p:sldId id="260" r:id="rId24"/>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52A32"/>
    <a:srgbClr val="9D00A5"/>
    <a:srgbClr val="EACF33"/>
    <a:srgbClr val="334FEA"/>
    <a:srgbClr val="4B5564"/>
    <a:srgbClr val="BFD8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125" d="100"/>
          <a:sy n="125" d="100"/>
        </p:scale>
        <p:origin x="90"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24" Type="http://schemas.openxmlformats.org/officeDocument/2006/relationships/slide" Target="slides/slide23.xml"/><Relationship Id="rId66" Type="http://schemas.openxmlformats.org/officeDocument/2006/relationships/viewProps" Target="viewProps.xml"/><Relationship Id="rId5" Type="http://schemas.openxmlformats.org/officeDocument/2006/relationships/slide" Target="slides/slide4.xml"/><Relationship Id="rId64" Type="http://schemas.openxmlformats.org/officeDocument/2006/relationships/notesMaster" Target="notesMasters/notesMaster1.xml"/><Relationship Id="rId3" Type="http://schemas.openxmlformats.org/officeDocument/2006/relationships/slide" Target="slides/slide2.xml"/><Relationship Id="rId67"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65" Type="http://schemas.openxmlformats.org/officeDocument/2006/relationships/presProps" Target="presProps.xml"/><Relationship Id="rId4"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594DCE1-42BC-454C-83F2-DEAE129CD02F}" type="datetimeFigureOut">
              <a:rPr lang="de-DE" smtClean="0"/>
              <a:t>27.11.2020</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4F5C23-63BA-4EF0-8B7D-E22A459CF918}" type="slidenum">
              <a:rPr lang="de-DE" smtClean="0"/>
              <a:t>‹Nr.›</a:t>
            </a:fld>
            <a:endParaRPr lang="de-DE"/>
          </a:p>
        </p:txBody>
      </p:sp>
    </p:spTree>
    <p:extLst>
      <p:ext uri="{BB962C8B-B14F-4D97-AF65-F5344CB8AC3E}">
        <p14:creationId xmlns:p14="http://schemas.microsoft.com/office/powerpoint/2010/main" val="17142113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392641D-37E9-4413-9B8D-62EB98146E7C}"/>
              </a:ext>
            </a:extLst>
          </p:cNvPr>
          <p:cNvSpPr>
            <a:spLocks noGrp="1"/>
          </p:cNvSpPr>
          <p:nvPr>
            <p:ph type="ctrTitle"/>
          </p:nvPr>
        </p:nvSpPr>
        <p:spPr>
          <a:xfrm>
            <a:off x="1524000" y="1122363"/>
            <a:ext cx="9144000" cy="2387600"/>
          </a:xfrm>
        </p:spPr>
        <p:txBody>
          <a:bodyPr anchor="b"/>
          <a:lstStyle>
            <a:lvl1pPr algn="ctr">
              <a:defRPr sz="6000"/>
            </a:lvl1pPr>
          </a:lstStyle>
          <a:p>
            <a:r>
              <a:rPr lang="de-DE" dirty="0"/>
              <a:t>Mastertitelformat bearbeiten</a:t>
            </a:r>
          </a:p>
        </p:txBody>
      </p:sp>
      <p:sp>
        <p:nvSpPr>
          <p:cNvPr id="3" name="Untertitel 2">
            <a:extLst>
              <a:ext uri="{FF2B5EF4-FFF2-40B4-BE49-F238E27FC236}">
                <a16:creationId xmlns:a16="http://schemas.microsoft.com/office/drawing/2014/main" id="{0ED93220-4B73-4D02-8A5D-16FC0242043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p>
        </p:txBody>
      </p:sp>
      <p:sp>
        <p:nvSpPr>
          <p:cNvPr id="4" name="Datumsplatzhalter 3">
            <a:extLst>
              <a:ext uri="{FF2B5EF4-FFF2-40B4-BE49-F238E27FC236}">
                <a16:creationId xmlns:a16="http://schemas.microsoft.com/office/drawing/2014/main" id="{5FA1A435-0D88-4077-A826-8E37E79925B2}"/>
              </a:ext>
            </a:extLst>
          </p:cNvPr>
          <p:cNvSpPr>
            <a:spLocks noGrp="1"/>
          </p:cNvSpPr>
          <p:nvPr>
            <p:ph type="dt" sz="half" idx="10"/>
          </p:nvPr>
        </p:nvSpPr>
        <p:spPr/>
        <p:txBody>
          <a:bodyPr/>
          <a:lstStyle/>
          <a:p>
            <a:fld id="{F89F3A38-562B-4BC3-B5E1-1CC372F10932}" type="datetime1">
              <a:rPr lang="de-DE" smtClean="0"/>
              <a:t>27.11.2020</a:t>
            </a:fld>
            <a:endParaRPr lang="de-DE"/>
          </a:p>
        </p:txBody>
      </p:sp>
      <p:sp>
        <p:nvSpPr>
          <p:cNvPr id="5" name="Fußzeilenplatzhalter 4">
            <a:extLst>
              <a:ext uri="{FF2B5EF4-FFF2-40B4-BE49-F238E27FC236}">
                <a16:creationId xmlns:a16="http://schemas.microsoft.com/office/drawing/2014/main" id="{58A66AA4-AEB9-41FE-A8EE-D22D5ECB66E2}"/>
              </a:ext>
            </a:extLst>
          </p:cNvPr>
          <p:cNvSpPr>
            <a:spLocks noGrp="1"/>
          </p:cNvSpPr>
          <p:nvPr>
            <p:ph type="ftr" sz="quarter" idx="11"/>
          </p:nvPr>
        </p:nvSpPr>
        <p:spPr/>
        <p:txBody>
          <a:bodyPr/>
          <a:lstStyle/>
          <a:p>
            <a:r>
              <a:rPr lang="de-DE"/>
              <a:t>Ueli Saluz</a:t>
            </a:r>
          </a:p>
        </p:txBody>
      </p:sp>
      <p:sp>
        <p:nvSpPr>
          <p:cNvPr id="6" name="Foliennummernplatzhalter 5">
            <a:extLst>
              <a:ext uri="{FF2B5EF4-FFF2-40B4-BE49-F238E27FC236}">
                <a16:creationId xmlns:a16="http://schemas.microsoft.com/office/drawing/2014/main" id="{C989361B-1F20-4733-8C5C-B29EEFACA960}"/>
              </a:ext>
            </a:extLst>
          </p:cNvPr>
          <p:cNvSpPr>
            <a:spLocks noGrp="1"/>
          </p:cNvSpPr>
          <p:nvPr>
            <p:ph type="sldNum" sz="quarter" idx="12"/>
          </p:nvPr>
        </p:nvSpPr>
        <p:spPr/>
        <p:txBody>
          <a:bodyPr/>
          <a:lstStyle/>
          <a:p>
            <a:fld id="{431A7252-E8C9-4122-93AE-189ECCEF035D}" type="slidenum">
              <a:rPr lang="de-DE" smtClean="0"/>
              <a:t>‹Nr.›</a:t>
            </a:fld>
            <a:endParaRPr lang="de-DE"/>
          </a:p>
        </p:txBody>
      </p:sp>
    </p:spTree>
    <p:extLst>
      <p:ext uri="{BB962C8B-B14F-4D97-AF65-F5344CB8AC3E}">
        <p14:creationId xmlns:p14="http://schemas.microsoft.com/office/powerpoint/2010/main" val="19433985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36C4269-C62D-442B-9B71-3FA27AB65DE3}"/>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0BF5ABCA-D2DD-47B3-A902-D440F9093380}"/>
              </a:ext>
            </a:extLst>
          </p:cNvPr>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1DADC283-1A24-4E24-8753-A1407B4B47C6}"/>
              </a:ext>
            </a:extLst>
          </p:cNvPr>
          <p:cNvSpPr>
            <a:spLocks noGrp="1"/>
          </p:cNvSpPr>
          <p:nvPr>
            <p:ph type="dt" sz="half" idx="10"/>
          </p:nvPr>
        </p:nvSpPr>
        <p:spPr/>
        <p:txBody>
          <a:bodyPr/>
          <a:lstStyle/>
          <a:p>
            <a:fld id="{A99C5D7E-16B0-4CA8-9091-B5F7B9BACA4A}" type="datetime1">
              <a:rPr lang="de-DE" smtClean="0"/>
              <a:t>27.11.2020</a:t>
            </a:fld>
            <a:endParaRPr lang="de-DE"/>
          </a:p>
        </p:txBody>
      </p:sp>
      <p:sp>
        <p:nvSpPr>
          <p:cNvPr id="5" name="Fußzeilenplatzhalter 4">
            <a:extLst>
              <a:ext uri="{FF2B5EF4-FFF2-40B4-BE49-F238E27FC236}">
                <a16:creationId xmlns:a16="http://schemas.microsoft.com/office/drawing/2014/main" id="{A2753542-6143-4F3C-A1FD-C46CA2D7A755}"/>
              </a:ext>
            </a:extLst>
          </p:cNvPr>
          <p:cNvSpPr>
            <a:spLocks noGrp="1"/>
          </p:cNvSpPr>
          <p:nvPr>
            <p:ph type="ftr" sz="quarter" idx="11"/>
          </p:nvPr>
        </p:nvSpPr>
        <p:spPr/>
        <p:txBody>
          <a:bodyPr/>
          <a:lstStyle/>
          <a:p>
            <a:r>
              <a:rPr lang="de-DE"/>
              <a:t>Ueli Saluz</a:t>
            </a:r>
          </a:p>
        </p:txBody>
      </p:sp>
      <p:sp>
        <p:nvSpPr>
          <p:cNvPr id="6" name="Foliennummernplatzhalter 5">
            <a:extLst>
              <a:ext uri="{FF2B5EF4-FFF2-40B4-BE49-F238E27FC236}">
                <a16:creationId xmlns:a16="http://schemas.microsoft.com/office/drawing/2014/main" id="{07E550AA-B630-466C-8B35-69D7BFEBC0AA}"/>
              </a:ext>
            </a:extLst>
          </p:cNvPr>
          <p:cNvSpPr>
            <a:spLocks noGrp="1"/>
          </p:cNvSpPr>
          <p:nvPr>
            <p:ph type="sldNum" sz="quarter" idx="12"/>
          </p:nvPr>
        </p:nvSpPr>
        <p:spPr/>
        <p:txBody>
          <a:bodyPr/>
          <a:lstStyle/>
          <a:p>
            <a:fld id="{431A7252-E8C9-4122-93AE-189ECCEF035D}" type="slidenum">
              <a:rPr lang="de-DE" smtClean="0"/>
              <a:t>‹Nr.›</a:t>
            </a:fld>
            <a:endParaRPr lang="de-DE"/>
          </a:p>
        </p:txBody>
      </p:sp>
    </p:spTree>
    <p:extLst>
      <p:ext uri="{BB962C8B-B14F-4D97-AF65-F5344CB8AC3E}">
        <p14:creationId xmlns:p14="http://schemas.microsoft.com/office/powerpoint/2010/main" val="39697082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441A4D6-1BC5-4654-A520-D23F9CE5548B}"/>
              </a:ext>
            </a:extLst>
          </p:cNvPr>
          <p:cNvSpPr>
            <a:spLocks noGrp="1"/>
          </p:cNvSpPr>
          <p:nvPr>
            <p:ph type="title"/>
          </p:nvPr>
        </p:nvSpPr>
        <p:spPr>
          <a:xfrm>
            <a:off x="831850" y="1709738"/>
            <a:ext cx="10515600" cy="2852737"/>
          </a:xfrm>
        </p:spPr>
        <p:txBody>
          <a:bodyPr anchor="b"/>
          <a:lstStyle>
            <a:lvl1pPr>
              <a:defRPr sz="6000"/>
            </a:lvl1pPr>
          </a:lstStyle>
          <a:p>
            <a:r>
              <a:rPr lang="de-DE"/>
              <a:t>Mastertitelformat bearbeiten</a:t>
            </a:r>
          </a:p>
        </p:txBody>
      </p:sp>
      <p:sp>
        <p:nvSpPr>
          <p:cNvPr id="3" name="Textplatzhalter 2">
            <a:extLst>
              <a:ext uri="{FF2B5EF4-FFF2-40B4-BE49-F238E27FC236}">
                <a16:creationId xmlns:a16="http://schemas.microsoft.com/office/drawing/2014/main" id="{4A472F31-A891-422C-8DAD-3599A707E20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Mastertextformat bearbeiten</a:t>
            </a:r>
          </a:p>
        </p:txBody>
      </p:sp>
      <p:sp>
        <p:nvSpPr>
          <p:cNvPr id="4" name="Datumsplatzhalter 3">
            <a:extLst>
              <a:ext uri="{FF2B5EF4-FFF2-40B4-BE49-F238E27FC236}">
                <a16:creationId xmlns:a16="http://schemas.microsoft.com/office/drawing/2014/main" id="{A512E689-F523-4FA8-9CB5-C559F7DFB8A2}"/>
              </a:ext>
            </a:extLst>
          </p:cNvPr>
          <p:cNvSpPr>
            <a:spLocks noGrp="1"/>
          </p:cNvSpPr>
          <p:nvPr>
            <p:ph type="dt" sz="half" idx="10"/>
          </p:nvPr>
        </p:nvSpPr>
        <p:spPr/>
        <p:txBody>
          <a:bodyPr/>
          <a:lstStyle/>
          <a:p>
            <a:fld id="{EBE8414D-D4E3-4A24-9C11-12C66498C6AF}" type="datetime1">
              <a:rPr lang="de-DE" smtClean="0"/>
              <a:t>27.11.2020</a:t>
            </a:fld>
            <a:endParaRPr lang="de-DE"/>
          </a:p>
        </p:txBody>
      </p:sp>
      <p:sp>
        <p:nvSpPr>
          <p:cNvPr id="5" name="Fußzeilenplatzhalter 4">
            <a:extLst>
              <a:ext uri="{FF2B5EF4-FFF2-40B4-BE49-F238E27FC236}">
                <a16:creationId xmlns:a16="http://schemas.microsoft.com/office/drawing/2014/main" id="{77544DD9-942C-40F5-BF0D-1C3CA8AD7ECA}"/>
              </a:ext>
            </a:extLst>
          </p:cNvPr>
          <p:cNvSpPr>
            <a:spLocks noGrp="1"/>
          </p:cNvSpPr>
          <p:nvPr>
            <p:ph type="ftr" sz="quarter" idx="11"/>
          </p:nvPr>
        </p:nvSpPr>
        <p:spPr/>
        <p:txBody>
          <a:bodyPr/>
          <a:lstStyle/>
          <a:p>
            <a:r>
              <a:rPr lang="de-DE"/>
              <a:t>Ueli Saluz</a:t>
            </a:r>
          </a:p>
        </p:txBody>
      </p:sp>
      <p:sp>
        <p:nvSpPr>
          <p:cNvPr id="6" name="Foliennummernplatzhalter 5">
            <a:extLst>
              <a:ext uri="{FF2B5EF4-FFF2-40B4-BE49-F238E27FC236}">
                <a16:creationId xmlns:a16="http://schemas.microsoft.com/office/drawing/2014/main" id="{1544AFCF-D8F9-4061-ADAA-DA34EABCAE09}"/>
              </a:ext>
            </a:extLst>
          </p:cNvPr>
          <p:cNvSpPr>
            <a:spLocks noGrp="1"/>
          </p:cNvSpPr>
          <p:nvPr>
            <p:ph type="sldNum" sz="quarter" idx="12"/>
          </p:nvPr>
        </p:nvSpPr>
        <p:spPr/>
        <p:txBody>
          <a:bodyPr/>
          <a:lstStyle/>
          <a:p>
            <a:fld id="{431A7252-E8C9-4122-93AE-189ECCEF035D}" type="slidenum">
              <a:rPr lang="de-DE" smtClean="0"/>
              <a:t>‹Nr.›</a:t>
            </a:fld>
            <a:endParaRPr lang="de-DE"/>
          </a:p>
        </p:txBody>
      </p:sp>
    </p:spTree>
    <p:extLst>
      <p:ext uri="{BB962C8B-B14F-4D97-AF65-F5344CB8AC3E}">
        <p14:creationId xmlns:p14="http://schemas.microsoft.com/office/powerpoint/2010/main" val="23916141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96044E8-A0B4-4BD8-A106-08B7B1C9EC00}"/>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881DA805-4139-4A8A-B49F-47EF41FA93F5}"/>
              </a:ext>
            </a:extLst>
          </p:cNvPr>
          <p:cNvSpPr>
            <a:spLocks noGrp="1"/>
          </p:cNvSpPr>
          <p:nvPr>
            <p:ph sz="half" idx="1"/>
          </p:nvPr>
        </p:nvSpPr>
        <p:spPr>
          <a:xfrm>
            <a:off x="838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a:extLst>
              <a:ext uri="{FF2B5EF4-FFF2-40B4-BE49-F238E27FC236}">
                <a16:creationId xmlns:a16="http://schemas.microsoft.com/office/drawing/2014/main" id="{7630230B-7B87-4FF1-92A4-A086411344BC}"/>
              </a:ext>
            </a:extLst>
          </p:cNvPr>
          <p:cNvSpPr>
            <a:spLocks noGrp="1"/>
          </p:cNvSpPr>
          <p:nvPr>
            <p:ph sz="half" idx="2"/>
          </p:nvPr>
        </p:nvSpPr>
        <p:spPr>
          <a:xfrm>
            <a:off x="6172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Datumsplatzhalter 4">
            <a:extLst>
              <a:ext uri="{FF2B5EF4-FFF2-40B4-BE49-F238E27FC236}">
                <a16:creationId xmlns:a16="http://schemas.microsoft.com/office/drawing/2014/main" id="{451AE304-46AE-409A-9EEC-CB245D8E4AC1}"/>
              </a:ext>
            </a:extLst>
          </p:cNvPr>
          <p:cNvSpPr>
            <a:spLocks noGrp="1"/>
          </p:cNvSpPr>
          <p:nvPr>
            <p:ph type="dt" sz="half" idx="10"/>
          </p:nvPr>
        </p:nvSpPr>
        <p:spPr/>
        <p:txBody>
          <a:bodyPr/>
          <a:lstStyle/>
          <a:p>
            <a:fld id="{94762801-66DA-40EA-8A02-FA763FFA4194}" type="datetime1">
              <a:rPr lang="de-DE" smtClean="0"/>
              <a:t>27.11.2020</a:t>
            </a:fld>
            <a:endParaRPr lang="de-DE"/>
          </a:p>
        </p:txBody>
      </p:sp>
      <p:sp>
        <p:nvSpPr>
          <p:cNvPr id="6" name="Fußzeilenplatzhalter 5">
            <a:extLst>
              <a:ext uri="{FF2B5EF4-FFF2-40B4-BE49-F238E27FC236}">
                <a16:creationId xmlns:a16="http://schemas.microsoft.com/office/drawing/2014/main" id="{6850C250-9F25-4A26-83B4-6C759B3DC0EB}"/>
              </a:ext>
            </a:extLst>
          </p:cNvPr>
          <p:cNvSpPr>
            <a:spLocks noGrp="1"/>
          </p:cNvSpPr>
          <p:nvPr>
            <p:ph type="ftr" sz="quarter" idx="11"/>
          </p:nvPr>
        </p:nvSpPr>
        <p:spPr/>
        <p:txBody>
          <a:bodyPr/>
          <a:lstStyle/>
          <a:p>
            <a:r>
              <a:rPr lang="de-DE"/>
              <a:t>Ueli Saluz</a:t>
            </a:r>
          </a:p>
        </p:txBody>
      </p:sp>
      <p:sp>
        <p:nvSpPr>
          <p:cNvPr id="7" name="Foliennummernplatzhalter 6">
            <a:extLst>
              <a:ext uri="{FF2B5EF4-FFF2-40B4-BE49-F238E27FC236}">
                <a16:creationId xmlns:a16="http://schemas.microsoft.com/office/drawing/2014/main" id="{91BC76B0-85A4-41D4-BF1C-0373A8A99FBE}"/>
              </a:ext>
            </a:extLst>
          </p:cNvPr>
          <p:cNvSpPr>
            <a:spLocks noGrp="1"/>
          </p:cNvSpPr>
          <p:nvPr>
            <p:ph type="sldNum" sz="quarter" idx="12"/>
          </p:nvPr>
        </p:nvSpPr>
        <p:spPr/>
        <p:txBody>
          <a:bodyPr/>
          <a:lstStyle/>
          <a:p>
            <a:fld id="{431A7252-E8C9-4122-93AE-189ECCEF035D}" type="slidenum">
              <a:rPr lang="de-DE" smtClean="0"/>
              <a:t>‹Nr.›</a:t>
            </a:fld>
            <a:endParaRPr lang="de-DE"/>
          </a:p>
        </p:txBody>
      </p:sp>
    </p:spTree>
    <p:extLst>
      <p:ext uri="{BB962C8B-B14F-4D97-AF65-F5344CB8AC3E}">
        <p14:creationId xmlns:p14="http://schemas.microsoft.com/office/powerpoint/2010/main" val="17355801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C15EB25-192A-4928-A16E-E884BA82DE54}"/>
              </a:ext>
            </a:extLst>
          </p:cNvPr>
          <p:cNvSpPr>
            <a:spLocks noGrp="1"/>
          </p:cNvSpPr>
          <p:nvPr>
            <p:ph type="title"/>
          </p:nvPr>
        </p:nvSpPr>
        <p:spPr>
          <a:xfrm>
            <a:off x="839788" y="365125"/>
            <a:ext cx="10515600" cy="1325563"/>
          </a:xfrm>
        </p:spPr>
        <p:txBody>
          <a:bodyPr/>
          <a:lstStyle/>
          <a:p>
            <a:r>
              <a:rPr lang="de-DE"/>
              <a:t>Mastertitelformat bearbeiten</a:t>
            </a:r>
          </a:p>
        </p:txBody>
      </p:sp>
      <p:sp>
        <p:nvSpPr>
          <p:cNvPr id="3" name="Textplatzhalter 2">
            <a:extLst>
              <a:ext uri="{FF2B5EF4-FFF2-40B4-BE49-F238E27FC236}">
                <a16:creationId xmlns:a16="http://schemas.microsoft.com/office/drawing/2014/main" id="{3283D5FE-1205-4FF5-83F3-2396187F082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a:extLst>
              <a:ext uri="{FF2B5EF4-FFF2-40B4-BE49-F238E27FC236}">
                <a16:creationId xmlns:a16="http://schemas.microsoft.com/office/drawing/2014/main" id="{6BD21447-677F-4AFA-85C8-3F0A83823CC8}"/>
              </a:ext>
            </a:extLst>
          </p:cNvPr>
          <p:cNvSpPr>
            <a:spLocks noGrp="1"/>
          </p:cNvSpPr>
          <p:nvPr>
            <p:ph sz="half" idx="2"/>
          </p:nvPr>
        </p:nvSpPr>
        <p:spPr>
          <a:xfrm>
            <a:off x="839788" y="2505075"/>
            <a:ext cx="5157787"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a:extLst>
              <a:ext uri="{FF2B5EF4-FFF2-40B4-BE49-F238E27FC236}">
                <a16:creationId xmlns:a16="http://schemas.microsoft.com/office/drawing/2014/main" id="{F5ED160F-582E-4A61-92BC-3DB2954F042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a:extLst>
              <a:ext uri="{FF2B5EF4-FFF2-40B4-BE49-F238E27FC236}">
                <a16:creationId xmlns:a16="http://schemas.microsoft.com/office/drawing/2014/main" id="{2F246D33-C8E0-4445-920C-4302A43EB0BC}"/>
              </a:ext>
            </a:extLst>
          </p:cNvPr>
          <p:cNvSpPr>
            <a:spLocks noGrp="1"/>
          </p:cNvSpPr>
          <p:nvPr>
            <p:ph sz="quarter" idx="4"/>
          </p:nvPr>
        </p:nvSpPr>
        <p:spPr>
          <a:xfrm>
            <a:off x="6172200" y="2505075"/>
            <a:ext cx="5183188"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Datumsplatzhalter 6">
            <a:extLst>
              <a:ext uri="{FF2B5EF4-FFF2-40B4-BE49-F238E27FC236}">
                <a16:creationId xmlns:a16="http://schemas.microsoft.com/office/drawing/2014/main" id="{5D3DF422-64BA-4B20-96E2-167B85B028BA}"/>
              </a:ext>
            </a:extLst>
          </p:cNvPr>
          <p:cNvSpPr>
            <a:spLocks noGrp="1"/>
          </p:cNvSpPr>
          <p:nvPr>
            <p:ph type="dt" sz="half" idx="10"/>
          </p:nvPr>
        </p:nvSpPr>
        <p:spPr/>
        <p:txBody>
          <a:bodyPr/>
          <a:lstStyle/>
          <a:p>
            <a:fld id="{7CB257D9-AC9B-4D81-8FB2-99FFD550D9C7}" type="datetime1">
              <a:rPr lang="de-DE" smtClean="0"/>
              <a:t>27.11.2020</a:t>
            </a:fld>
            <a:endParaRPr lang="de-DE"/>
          </a:p>
        </p:txBody>
      </p:sp>
      <p:sp>
        <p:nvSpPr>
          <p:cNvPr id="8" name="Fußzeilenplatzhalter 7">
            <a:extLst>
              <a:ext uri="{FF2B5EF4-FFF2-40B4-BE49-F238E27FC236}">
                <a16:creationId xmlns:a16="http://schemas.microsoft.com/office/drawing/2014/main" id="{1E440182-4BFC-43DE-BF64-D41B60F3FA1E}"/>
              </a:ext>
            </a:extLst>
          </p:cNvPr>
          <p:cNvSpPr>
            <a:spLocks noGrp="1"/>
          </p:cNvSpPr>
          <p:nvPr>
            <p:ph type="ftr" sz="quarter" idx="11"/>
          </p:nvPr>
        </p:nvSpPr>
        <p:spPr/>
        <p:txBody>
          <a:bodyPr/>
          <a:lstStyle/>
          <a:p>
            <a:r>
              <a:rPr lang="de-DE"/>
              <a:t>Ueli Saluz</a:t>
            </a:r>
          </a:p>
        </p:txBody>
      </p:sp>
      <p:sp>
        <p:nvSpPr>
          <p:cNvPr id="9" name="Foliennummernplatzhalter 8">
            <a:extLst>
              <a:ext uri="{FF2B5EF4-FFF2-40B4-BE49-F238E27FC236}">
                <a16:creationId xmlns:a16="http://schemas.microsoft.com/office/drawing/2014/main" id="{37C9BA8C-39B3-4AD0-8448-19EC6DF79757}"/>
              </a:ext>
            </a:extLst>
          </p:cNvPr>
          <p:cNvSpPr>
            <a:spLocks noGrp="1"/>
          </p:cNvSpPr>
          <p:nvPr>
            <p:ph type="sldNum" sz="quarter" idx="12"/>
          </p:nvPr>
        </p:nvSpPr>
        <p:spPr/>
        <p:txBody>
          <a:bodyPr/>
          <a:lstStyle/>
          <a:p>
            <a:fld id="{431A7252-E8C9-4122-93AE-189ECCEF035D}" type="slidenum">
              <a:rPr lang="de-DE" smtClean="0"/>
              <a:t>‹Nr.›</a:t>
            </a:fld>
            <a:endParaRPr lang="de-DE"/>
          </a:p>
        </p:txBody>
      </p:sp>
    </p:spTree>
    <p:extLst>
      <p:ext uri="{BB962C8B-B14F-4D97-AF65-F5344CB8AC3E}">
        <p14:creationId xmlns:p14="http://schemas.microsoft.com/office/powerpoint/2010/main" val="11650703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5302529-A7E1-4A55-B945-7B975201E62A}"/>
              </a:ext>
            </a:extLst>
          </p:cNvPr>
          <p:cNvSpPr>
            <a:spLocks noGrp="1"/>
          </p:cNvSpPr>
          <p:nvPr>
            <p:ph type="title"/>
          </p:nvPr>
        </p:nvSpPr>
        <p:spPr/>
        <p:txBody>
          <a:bodyPr/>
          <a:lstStyle/>
          <a:p>
            <a:r>
              <a:rPr lang="de-DE"/>
              <a:t>Mastertitelformat bearbeiten</a:t>
            </a:r>
          </a:p>
        </p:txBody>
      </p:sp>
      <p:sp>
        <p:nvSpPr>
          <p:cNvPr id="3" name="Datumsplatzhalter 2">
            <a:extLst>
              <a:ext uri="{FF2B5EF4-FFF2-40B4-BE49-F238E27FC236}">
                <a16:creationId xmlns:a16="http://schemas.microsoft.com/office/drawing/2014/main" id="{3F99ECA2-D025-48E7-89B9-BE09B9A94E05}"/>
              </a:ext>
            </a:extLst>
          </p:cNvPr>
          <p:cNvSpPr>
            <a:spLocks noGrp="1"/>
          </p:cNvSpPr>
          <p:nvPr>
            <p:ph type="dt" sz="half" idx="10"/>
          </p:nvPr>
        </p:nvSpPr>
        <p:spPr/>
        <p:txBody>
          <a:bodyPr/>
          <a:lstStyle/>
          <a:p>
            <a:fld id="{3E4A62C5-15B0-4A23-8EFD-C350813A495A}" type="datetime1">
              <a:rPr lang="de-DE" smtClean="0"/>
              <a:t>27.11.2020</a:t>
            </a:fld>
            <a:endParaRPr lang="de-DE"/>
          </a:p>
        </p:txBody>
      </p:sp>
      <p:sp>
        <p:nvSpPr>
          <p:cNvPr id="4" name="Fußzeilenplatzhalter 3">
            <a:extLst>
              <a:ext uri="{FF2B5EF4-FFF2-40B4-BE49-F238E27FC236}">
                <a16:creationId xmlns:a16="http://schemas.microsoft.com/office/drawing/2014/main" id="{DFDC727E-1FDA-4E10-B131-BF5DA8FDDDFE}"/>
              </a:ext>
            </a:extLst>
          </p:cNvPr>
          <p:cNvSpPr>
            <a:spLocks noGrp="1"/>
          </p:cNvSpPr>
          <p:nvPr>
            <p:ph type="ftr" sz="quarter" idx="11"/>
          </p:nvPr>
        </p:nvSpPr>
        <p:spPr/>
        <p:txBody>
          <a:bodyPr/>
          <a:lstStyle/>
          <a:p>
            <a:r>
              <a:rPr lang="de-DE"/>
              <a:t>Ueli Saluz</a:t>
            </a:r>
          </a:p>
        </p:txBody>
      </p:sp>
      <p:sp>
        <p:nvSpPr>
          <p:cNvPr id="5" name="Foliennummernplatzhalter 4">
            <a:extLst>
              <a:ext uri="{FF2B5EF4-FFF2-40B4-BE49-F238E27FC236}">
                <a16:creationId xmlns:a16="http://schemas.microsoft.com/office/drawing/2014/main" id="{C689CC77-21AE-4D30-B4A4-9BDEE7B23051}"/>
              </a:ext>
            </a:extLst>
          </p:cNvPr>
          <p:cNvSpPr>
            <a:spLocks noGrp="1"/>
          </p:cNvSpPr>
          <p:nvPr>
            <p:ph type="sldNum" sz="quarter" idx="12"/>
          </p:nvPr>
        </p:nvSpPr>
        <p:spPr/>
        <p:txBody>
          <a:bodyPr/>
          <a:lstStyle/>
          <a:p>
            <a:fld id="{431A7252-E8C9-4122-93AE-189ECCEF035D}" type="slidenum">
              <a:rPr lang="de-DE" smtClean="0"/>
              <a:t>‹Nr.›</a:t>
            </a:fld>
            <a:endParaRPr lang="de-DE"/>
          </a:p>
        </p:txBody>
      </p:sp>
    </p:spTree>
    <p:extLst>
      <p:ext uri="{BB962C8B-B14F-4D97-AF65-F5344CB8AC3E}">
        <p14:creationId xmlns:p14="http://schemas.microsoft.com/office/powerpoint/2010/main" val="12512317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035CC6FF-228B-4E81-A173-8DEC8A163920}"/>
              </a:ext>
            </a:extLst>
          </p:cNvPr>
          <p:cNvSpPr>
            <a:spLocks noGrp="1"/>
          </p:cNvSpPr>
          <p:nvPr>
            <p:ph type="dt" sz="half" idx="10"/>
          </p:nvPr>
        </p:nvSpPr>
        <p:spPr/>
        <p:txBody>
          <a:bodyPr/>
          <a:lstStyle/>
          <a:p>
            <a:fld id="{8F8C8C80-BA11-4512-A38C-FAA8A43B6724}" type="datetime1">
              <a:rPr lang="de-DE" smtClean="0"/>
              <a:t>27.11.2020</a:t>
            </a:fld>
            <a:endParaRPr lang="de-DE"/>
          </a:p>
        </p:txBody>
      </p:sp>
      <p:sp>
        <p:nvSpPr>
          <p:cNvPr id="3" name="Fußzeilenplatzhalter 2">
            <a:extLst>
              <a:ext uri="{FF2B5EF4-FFF2-40B4-BE49-F238E27FC236}">
                <a16:creationId xmlns:a16="http://schemas.microsoft.com/office/drawing/2014/main" id="{D590F498-A15F-4018-BD15-76320B595326}"/>
              </a:ext>
            </a:extLst>
          </p:cNvPr>
          <p:cNvSpPr>
            <a:spLocks noGrp="1"/>
          </p:cNvSpPr>
          <p:nvPr>
            <p:ph type="ftr" sz="quarter" idx="11"/>
          </p:nvPr>
        </p:nvSpPr>
        <p:spPr/>
        <p:txBody>
          <a:bodyPr/>
          <a:lstStyle/>
          <a:p>
            <a:r>
              <a:rPr lang="de-DE"/>
              <a:t>Ueli Saluz</a:t>
            </a:r>
          </a:p>
        </p:txBody>
      </p:sp>
      <p:sp>
        <p:nvSpPr>
          <p:cNvPr id="4" name="Foliennummernplatzhalter 3">
            <a:extLst>
              <a:ext uri="{FF2B5EF4-FFF2-40B4-BE49-F238E27FC236}">
                <a16:creationId xmlns:a16="http://schemas.microsoft.com/office/drawing/2014/main" id="{F113ABEA-B252-4A4A-B1F4-BCD5856B978E}"/>
              </a:ext>
            </a:extLst>
          </p:cNvPr>
          <p:cNvSpPr>
            <a:spLocks noGrp="1"/>
          </p:cNvSpPr>
          <p:nvPr>
            <p:ph type="sldNum" sz="quarter" idx="12"/>
          </p:nvPr>
        </p:nvSpPr>
        <p:spPr/>
        <p:txBody>
          <a:bodyPr/>
          <a:lstStyle/>
          <a:p>
            <a:fld id="{431A7252-E8C9-4122-93AE-189ECCEF035D}" type="slidenum">
              <a:rPr lang="de-DE" smtClean="0"/>
              <a:t>‹Nr.›</a:t>
            </a:fld>
            <a:endParaRPr lang="de-DE"/>
          </a:p>
        </p:txBody>
      </p:sp>
    </p:spTree>
    <p:extLst>
      <p:ext uri="{BB962C8B-B14F-4D97-AF65-F5344CB8AC3E}">
        <p14:creationId xmlns:p14="http://schemas.microsoft.com/office/powerpoint/2010/main" val="4434739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334AFB9-4DB7-4C3A-B60B-72A07AD7EB51}"/>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Inhaltsplatzhalter 2">
            <a:extLst>
              <a:ext uri="{FF2B5EF4-FFF2-40B4-BE49-F238E27FC236}">
                <a16:creationId xmlns:a16="http://schemas.microsoft.com/office/drawing/2014/main" id="{01C2DB8F-BE24-41AE-B404-DB32D8C7589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a:extLst>
              <a:ext uri="{FF2B5EF4-FFF2-40B4-BE49-F238E27FC236}">
                <a16:creationId xmlns:a16="http://schemas.microsoft.com/office/drawing/2014/main" id="{77976AA2-2B94-43B7-B275-F5EB5E72395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70E666F7-AD04-41DF-ADBF-2A2F8D9E5CF6}"/>
              </a:ext>
            </a:extLst>
          </p:cNvPr>
          <p:cNvSpPr>
            <a:spLocks noGrp="1"/>
          </p:cNvSpPr>
          <p:nvPr>
            <p:ph type="dt" sz="half" idx="10"/>
          </p:nvPr>
        </p:nvSpPr>
        <p:spPr/>
        <p:txBody>
          <a:bodyPr/>
          <a:lstStyle/>
          <a:p>
            <a:fld id="{049D281B-32F4-4A35-B39D-8DC1B4551AD8}" type="datetime1">
              <a:rPr lang="de-DE" smtClean="0"/>
              <a:t>27.11.2020</a:t>
            </a:fld>
            <a:endParaRPr lang="de-DE"/>
          </a:p>
        </p:txBody>
      </p:sp>
      <p:sp>
        <p:nvSpPr>
          <p:cNvPr id="6" name="Fußzeilenplatzhalter 5">
            <a:extLst>
              <a:ext uri="{FF2B5EF4-FFF2-40B4-BE49-F238E27FC236}">
                <a16:creationId xmlns:a16="http://schemas.microsoft.com/office/drawing/2014/main" id="{82B25249-6817-4BDA-B952-3AFE01A9A274}"/>
              </a:ext>
            </a:extLst>
          </p:cNvPr>
          <p:cNvSpPr>
            <a:spLocks noGrp="1"/>
          </p:cNvSpPr>
          <p:nvPr>
            <p:ph type="ftr" sz="quarter" idx="11"/>
          </p:nvPr>
        </p:nvSpPr>
        <p:spPr/>
        <p:txBody>
          <a:bodyPr/>
          <a:lstStyle/>
          <a:p>
            <a:r>
              <a:rPr lang="de-DE"/>
              <a:t>Ueli Saluz</a:t>
            </a:r>
          </a:p>
        </p:txBody>
      </p:sp>
      <p:sp>
        <p:nvSpPr>
          <p:cNvPr id="7" name="Foliennummernplatzhalter 6">
            <a:extLst>
              <a:ext uri="{FF2B5EF4-FFF2-40B4-BE49-F238E27FC236}">
                <a16:creationId xmlns:a16="http://schemas.microsoft.com/office/drawing/2014/main" id="{3E2BA090-3343-4C27-B973-FFD35A2FEC28}"/>
              </a:ext>
            </a:extLst>
          </p:cNvPr>
          <p:cNvSpPr>
            <a:spLocks noGrp="1"/>
          </p:cNvSpPr>
          <p:nvPr>
            <p:ph type="sldNum" sz="quarter" idx="12"/>
          </p:nvPr>
        </p:nvSpPr>
        <p:spPr/>
        <p:txBody>
          <a:bodyPr/>
          <a:lstStyle/>
          <a:p>
            <a:fld id="{431A7252-E8C9-4122-93AE-189ECCEF035D}" type="slidenum">
              <a:rPr lang="de-DE" smtClean="0"/>
              <a:t>‹Nr.›</a:t>
            </a:fld>
            <a:endParaRPr lang="de-DE"/>
          </a:p>
        </p:txBody>
      </p:sp>
    </p:spTree>
    <p:extLst>
      <p:ext uri="{BB962C8B-B14F-4D97-AF65-F5344CB8AC3E}">
        <p14:creationId xmlns:p14="http://schemas.microsoft.com/office/powerpoint/2010/main" val="37921206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2686941-7151-40C8-B20A-307E3346215E}"/>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Bildplatzhalter 2">
            <a:extLst>
              <a:ext uri="{FF2B5EF4-FFF2-40B4-BE49-F238E27FC236}">
                <a16:creationId xmlns:a16="http://schemas.microsoft.com/office/drawing/2014/main" id="{9DCA7245-7743-4D10-B9B4-5A68DE1599D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Textplatzhalter 3">
            <a:extLst>
              <a:ext uri="{FF2B5EF4-FFF2-40B4-BE49-F238E27FC236}">
                <a16:creationId xmlns:a16="http://schemas.microsoft.com/office/drawing/2014/main" id="{CF67DC4F-0430-4360-A384-D7759E24BDF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F6F9DDE9-C958-4541-8153-4936568C05B4}"/>
              </a:ext>
            </a:extLst>
          </p:cNvPr>
          <p:cNvSpPr>
            <a:spLocks noGrp="1"/>
          </p:cNvSpPr>
          <p:nvPr>
            <p:ph type="dt" sz="half" idx="10"/>
          </p:nvPr>
        </p:nvSpPr>
        <p:spPr/>
        <p:txBody>
          <a:bodyPr/>
          <a:lstStyle/>
          <a:p>
            <a:fld id="{2B5BC23A-D3E7-4919-8151-2264B1CAFBE2}" type="datetime1">
              <a:rPr lang="de-DE" smtClean="0"/>
              <a:t>27.11.2020</a:t>
            </a:fld>
            <a:endParaRPr lang="de-DE"/>
          </a:p>
        </p:txBody>
      </p:sp>
      <p:sp>
        <p:nvSpPr>
          <p:cNvPr id="6" name="Fußzeilenplatzhalter 5">
            <a:extLst>
              <a:ext uri="{FF2B5EF4-FFF2-40B4-BE49-F238E27FC236}">
                <a16:creationId xmlns:a16="http://schemas.microsoft.com/office/drawing/2014/main" id="{C9399668-F308-4817-9FDC-CD6528684A21}"/>
              </a:ext>
            </a:extLst>
          </p:cNvPr>
          <p:cNvSpPr>
            <a:spLocks noGrp="1"/>
          </p:cNvSpPr>
          <p:nvPr>
            <p:ph type="ftr" sz="quarter" idx="11"/>
          </p:nvPr>
        </p:nvSpPr>
        <p:spPr/>
        <p:txBody>
          <a:bodyPr/>
          <a:lstStyle/>
          <a:p>
            <a:r>
              <a:rPr lang="de-DE"/>
              <a:t>Ueli Saluz</a:t>
            </a:r>
          </a:p>
        </p:txBody>
      </p:sp>
      <p:sp>
        <p:nvSpPr>
          <p:cNvPr id="7" name="Foliennummernplatzhalter 6">
            <a:extLst>
              <a:ext uri="{FF2B5EF4-FFF2-40B4-BE49-F238E27FC236}">
                <a16:creationId xmlns:a16="http://schemas.microsoft.com/office/drawing/2014/main" id="{1D271BE7-5F56-4F3B-B644-62B4DA5B21EB}"/>
              </a:ext>
            </a:extLst>
          </p:cNvPr>
          <p:cNvSpPr>
            <a:spLocks noGrp="1"/>
          </p:cNvSpPr>
          <p:nvPr>
            <p:ph type="sldNum" sz="quarter" idx="12"/>
          </p:nvPr>
        </p:nvSpPr>
        <p:spPr/>
        <p:txBody>
          <a:bodyPr/>
          <a:lstStyle/>
          <a:p>
            <a:fld id="{431A7252-E8C9-4122-93AE-189ECCEF035D}" type="slidenum">
              <a:rPr lang="de-DE" smtClean="0"/>
              <a:t>‹Nr.›</a:t>
            </a:fld>
            <a:endParaRPr lang="de-DE"/>
          </a:p>
        </p:txBody>
      </p:sp>
    </p:spTree>
    <p:extLst>
      <p:ext uri="{BB962C8B-B14F-4D97-AF65-F5344CB8AC3E}">
        <p14:creationId xmlns:p14="http://schemas.microsoft.com/office/powerpoint/2010/main" val="8977121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DD41EB9-8782-4AE1-B066-1660BFC35531}"/>
              </a:ext>
            </a:extLst>
          </p:cNvPr>
          <p:cNvSpPr>
            <a:spLocks noGrp="1"/>
          </p:cNvSpPr>
          <p:nvPr>
            <p:ph type="title"/>
          </p:nvPr>
        </p:nvSpPr>
        <p:spPr/>
        <p:txBody>
          <a:bodyPr/>
          <a:lstStyle/>
          <a:p>
            <a:r>
              <a:rPr lang="de-DE"/>
              <a:t>Mastertitelformat bearbeiten</a:t>
            </a:r>
          </a:p>
        </p:txBody>
      </p:sp>
      <p:sp>
        <p:nvSpPr>
          <p:cNvPr id="3" name="Vertikaler Textplatzhalter 2">
            <a:extLst>
              <a:ext uri="{FF2B5EF4-FFF2-40B4-BE49-F238E27FC236}">
                <a16:creationId xmlns:a16="http://schemas.microsoft.com/office/drawing/2014/main" id="{6B573221-5221-4C4E-946C-B305610BCE56}"/>
              </a:ext>
            </a:extLst>
          </p:cNvPr>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4FE495D6-92B7-4293-B7B9-3AE5376EB14E}"/>
              </a:ext>
            </a:extLst>
          </p:cNvPr>
          <p:cNvSpPr>
            <a:spLocks noGrp="1"/>
          </p:cNvSpPr>
          <p:nvPr>
            <p:ph type="dt" sz="half" idx="10"/>
          </p:nvPr>
        </p:nvSpPr>
        <p:spPr/>
        <p:txBody>
          <a:bodyPr/>
          <a:lstStyle/>
          <a:p>
            <a:fld id="{8CD9864D-2D27-4731-ABB3-B37BD926018E}" type="datetime1">
              <a:rPr lang="de-DE" smtClean="0"/>
              <a:t>27.11.2020</a:t>
            </a:fld>
            <a:endParaRPr lang="de-DE"/>
          </a:p>
        </p:txBody>
      </p:sp>
      <p:sp>
        <p:nvSpPr>
          <p:cNvPr id="5" name="Fußzeilenplatzhalter 4">
            <a:extLst>
              <a:ext uri="{FF2B5EF4-FFF2-40B4-BE49-F238E27FC236}">
                <a16:creationId xmlns:a16="http://schemas.microsoft.com/office/drawing/2014/main" id="{13F38CE1-E0C5-41A5-943C-9CCD54B3130C}"/>
              </a:ext>
            </a:extLst>
          </p:cNvPr>
          <p:cNvSpPr>
            <a:spLocks noGrp="1"/>
          </p:cNvSpPr>
          <p:nvPr>
            <p:ph type="ftr" sz="quarter" idx="11"/>
          </p:nvPr>
        </p:nvSpPr>
        <p:spPr/>
        <p:txBody>
          <a:bodyPr/>
          <a:lstStyle/>
          <a:p>
            <a:r>
              <a:rPr lang="de-DE"/>
              <a:t>Ueli Saluz</a:t>
            </a:r>
          </a:p>
        </p:txBody>
      </p:sp>
      <p:sp>
        <p:nvSpPr>
          <p:cNvPr id="6" name="Foliennummernplatzhalter 5">
            <a:extLst>
              <a:ext uri="{FF2B5EF4-FFF2-40B4-BE49-F238E27FC236}">
                <a16:creationId xmlns:a16="http://schemas.microsoft.com/office/drawing/2014/main" id="{8E11153B-0E8F-4F7F-BEC7-8A0568DCB142}"/>
              </a:ext>
            </a:extLst>
          </p:cNvPr>
          <p:cNvSpPr>
            <a:spLocks noGrp="1"/>
          </p:cNvSpPr>
          <p:nvPr>
            <p:ph type="sldNum" sz="quarter" idx="12"/>
          </p:nvPr>
        </p:nvSpPr>
        <p:spPr/>
        <p:txBody>
          <a:bodyPr/>
          <a:lstStyle/>
          <a:p>
            <a:fld id="{431A7252-E8C9-4122-93AE-189ECCEF035D}" type="slidenum">
              <a:rPr lang="de-DE" smtClean="0"/>
              <a:t>‹Nr.›</a:t>
            </a:fld>
            <a:endParaRPr lang="de-DE"/>
          </a:p>
        </p:txBody>
      </p:sp>
    </p:spTree>
    <p:extLst>
      <p:ext uri="{BB962C8B-B14F-4D97-AF65-F5344CB8AC3E}">
        <p14:creationId xmlns:p14="http://schemas.microsoft.com/office/powerpoint/2010/main" val="5291855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a:extLst>
              <a:ext uri="{FF2B5EF4-FFF2-40B4-BE49-F238E27FC236}">
                <a16:creationId xmlns:a16="http://schemas.microsoft.com/office/drawing/2014/main" id="{479E986C-7113-48D8-A6E1-D7EB2ACC166B}"/>
              </a:ext>
            </a:extLst>
          </p:cNvPr>
          <p:cNvSpPr>
            <a:spLocks noGrp="1"/>
          </p:cNvSpPr>
          <p:nvPr>
            <p:ph type="title" orient="vert"/>
          </p:nvPr>
        </p:nvSpPr>
        <p:spPr>
          <a:xfrm>
            <a:off x="8724900" y="365125"/>
            <a:ext cx="2628900" cy="5811838"/>
          </a:xfrm>
        </p:spPr>
        <p:txBody>
          <a:bodyPr vert="eaVert"/>
          <a:lstStyle/>
          <a:p>
            <a:r>
              <a:rPr lang="de-DE"/>
              <a:t>Mastertitelformat bearbeiten</a:t>
            </a:r>
          </a:p>
        </p:txBody>
      </p:sp>
      <p:sp>
        <p:nvSpPr>
          <p:cNvPr id="3" name="Vertikaler Textplatzhalter 2">
            <a:extLst>
              <a:ext uri="{FF2B5EF4-FFF2-40B4-BE49-F238E27FC236}">
                <a16:creationId xmlns:a16="http://schemas.microsoft.com/office/drawing/2014/main" id="{6CBD6092-0A0C-4463-8DAE-9A9DE40DB86B}"/>
              </a:ext>
            </a:extLst>
          </p:cNvPr>
          <p:cNvSpPr>
            <a:spLocks noGrp="1"/>
          </p:cNvSpPr>
          <p:nvPr>
            <p:ph type="body" orient="vert" idx="1"/>
          </p:nvPr>
        </p:nvSpPr>
        <p:spPr>
          <a:xfrm>
            <a:off x="838200" y="365125"/>
            <a:ext cx="7734300" cy="5811838"/>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F2E66FD6-4726-4442-A489-E3FA8FA7239D}"/>
              </a:ext>
            </a:extLst>
          </p:cNvPr>
          <p:cNvSpPr>
            <a:spLocks noGrp="1"/>
          </p:cNvSpPr>
          <p:nvPr>
            <p:ph type="dt" sz="half" idx="10"/>
          </p:nvPr>
        </p:nvSpPr>
        <p:spPr/>
        <p:txBody>
          <a:bodyPr/>
          <a:lstStyle/>
          <a:p>
            <a:fld id="{4538C958-D32E-4FD6-95D8-BF3BD5207A2D}" type="datetime1">
              <a:rPr lang="de-DE" smtClean="0"/>
              <a:t>27.11.2020</a:t>
            </a:fld>
            <a:endParaRPr lang="de-DE"/>
          </a:p>
        </p:txBody>
      </p:sp>
      <p:sp>
        <p:nvSpPr>
          <p:cNvPr id="5" name="Fußzeilenplatzhalter 4">
            <a:extLst>
              <a:ext uri="{FF2B5EF4-FFF2-40B4-BE49-F238E27FC236}">
                <a16:creationId xmlns:a16="http://schemas.microsoft.com/office/drawing/2014/main" id="{7D765D17-CF5B-4786-86D4-491569610DC9}"/>
              </a:ext>
            </a:extLst>
          </p:cNvPr>
          <p:cNvSpPr>
            <a:spLocks noGrp="1"/>
          </p:cNvSpPr>
          <p:nvPr>
            <p:ph type="ftr" sz="quarter" idx="11"/>
          </p:nvPr>
        </p:nvSpPr>
        <p:spPr/>
        <p:txBody>
          <a:bodyPr/>
          <a:lstStyle/>
          <a:p>
            <a:r>
              <a:rPr lang="de-DE"/>
              <a:t>Ueli Saluz</a:t>
            </a:r>
          </a:p>
        </p:txBody>
      </p:sp>
      <p:sp>
        <p:nvSpPr>
          <p:cNvPr id="6" name="Foliennummernplatzhalter 5">
            <a:extLst>
              <a:ext uri="{FF2B5EF4-FFF2-40B4-BE49-F238E27FC236}">
                <a16:creationId xmlns:a16="http://schemas.microsoft.com/office/drawing/2014/main" id="{0DFA9A7F-7CED-4DE5-B651-23181D9DAFD3}"/>
              </a:ext>
            </a:extLst>
          </p:cNvPr>
          <p:cNvSpPr>
            <a:spLocks noGrp="1"/>
          </p:cNvSpPr>
          <p:nvPr>
            <p:ph type="sldNum" sz="quarter" idx="12"/>
          </p:nvPr>
        </p:nvSpPr>
        <p:spPr/>
        <p:txBody>
          <a:bodyPr/>
          <a:lstStyle/>
          <a:p>
            <a:fld id="{431A7252-E8C9-4122-93AE-189ECCEF035D}" type="slidenum">
              <a:rPr lang="de-DE" smtClean="0"/>
              <a:t>‹Nr.›</a:t>
            </a:fld>
            <a:endParaRPr lang="de-DE"/>
          </a:p>
        </p:txBody>
      </p:sp>
    </p:spTree>
    <p:extLst>
      <p:ext uri="{BB962C8B-B14F-4D97-AF65-F5344CB8AC3E}">
        <p14:creationId xmlns:p14="http://schemas.microsoft.com/office/powerpoint/2010/main" val="12599069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252A32"/>
        </a:solidFill>
        <a:effectLst/>
      </p:bgPr>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AA62E19C-3DB1-4B53-87B4-2D7D3ECB3BE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dirty="0"/>
              <a:t>Mastertitelformat bearbeiten</a:t>
            </a:r>
          </a:p>
        </p:txBody>
      </p:sp>
      <p:sp>
        <p:nvSpPr>
          <p:cNvPr id="3" name="Textplatzhalter 2">
            <a:extLst>
              <a:ext uri="{FF2B5EF4-FFF2-40B4-BE49-F238E27FC236}">
                <a16:creationId xmlns:a16="http://schemas.microsoft.com/office/drawing/2014/main" id="{D3154DA7-5C1E-49EF-BAC1-6FB744EE5AC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C5D34100-822E-402F-A403-941AA598646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0A7BC1-54D3-48E3-8957-72B5AE34A1E0}" type="datetime1">
              <a:rPr lang="de-DE" smtClean="0"/>
              <a:t>27.11.2020</a:t>
            </a:fld>
            <a:endParaRPr lang="de-DE" dirty="0"/>
          </a:p>
        </p:txBody>
      </p:sp>
      <p:sp>
        <p:nvSpPr>
          <p:cNvPr id="5" name="Fußzeilenplatzhalter 4">
            <a:extLst>
              <a:ext uri="{FF2B5EF4-FFF2-40B4-BE49-F238E27FC236}">
                <a16:creationId xmlns:a16="http://schemas.microsoft.com/office/drawing/2014/main" id="{BEDE99F2-1D43-469F-966C-001C0F83904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de-DE"/>
              <a:t>Ueli Saluz</a:t>
            </a:r>
          </a:p>
        </p:txBody>
      </p:sp>
      <p:sp>
        <p:nvSpPr>
          <p:cNvPr id="6" name="Foliennummernplatzhalter 5">
            <a:extLst>
              <a:ext uri="{FF2B5EF4-FFF2-40B4-BE49-F238E27FC236}">
                <a16:creationId xmlns:a16="http://schemas.microsoft.com/office/drawing/2014/main" id="{9946566F-ED01-4519-BD51-61577FA0CE5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31A7252-E8C9-4122-93AE-189ECCEF035D}" type="slidenum">
              <a:rPr lang="de-DE" smtClean="0"/>
              <a:t>‹Nr.›</a:t>
            </a:fld>
            <a:endParaRPr lang="de-DE"/>
          </a:p>
        </p:txBody>
      </p:sp>
      <p:pic>
        <p:nvPicPr>
          <p:cNvPr id="7" name="Grafik 6">
            <a:extLst>
              <a:ext uri="{FF2B5EF4-FFF2-40B4-BE49-F238E27FC236}">
                <a16:creationId xmlns:a16="http://schemas.microsoft.com/office/drawing/2014/main" id="{ABDDDFA8-D742-4407-A997-3AFFC6F256E4}"/>
              </a:ext>
            </a:extLst>
          </p:cNvPr>
          <p:cNvPicPr>
            <a:picLocks noChangeAspect="1"/>
          </p:cNvPicPr>
          <p:nvPr userDrawn="1"/>
        </p:nvPicPr>
        <p:blipFill>
          <a:blip r:embed="rId13">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11454753" y="6423676"/>
            <a:ext cx="595598" cy="297799"/>
          </a:xfrm>
          <a:prstGeom prst="rect">
            <a:avLst/>
          </a:prstGeom>
        </p:spPr>
      </p:pic>
      <p:pic>
        <p:nvPicPr>
          <p:cNvPr id="9" name="Grafik 8" descr="Ein Bild, das Text enthält.&#10;&#10;Automatisch generierte Beschreibung">
            <a:extLst>
              <a:ext uri="{FF2B5EF4-FFF2-40B4-BE49-F238E27FC236}">
                <a16:creationId xmlns:a16="http://schemas.microsoft.com/office/drawing/2014/main" id="{B2E8886E-1775-4E86-9D09-127CF6187780}"/>
              </a:ext>
            </a:extLst>
          </p:cNvPr>
          <p:cNvPicPr>
            <a:picLocks noChangeAspect="1"/>
          </p:cNvPicPr>
          <p:nvPr userDrawn="1"/>
        </p:nvPicPr>
        <p:blipFill>
          <a:blip r:embed="rId14">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11507007" y="365125"/>
            <a:ext cx="491091" cy="365125"/>
          </a:xfrm>
          <a:prstGeom prst="rect">
            <a:avLst/>
          </a:prstGeom>
        </p:spPr>
      </p:pic>
    </p:spTree>
    <p:extLst>
      <p:ext uri="{BB962C8B-B14F-4D97-AF65-F5344CB8AC3E}">
        <p14:creationId xmlns:p14="http://schemas.microsoft.com/office/powerpoint/2010/main" val="39392679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0232621-B6B3-4F43-A8B7-CECFE064E693}"/>
              </a:ext>
            </a:extLst>
          </p:cNvPr>
          <p:cNvSpPr>
            <a:spLocks noGrp="1"/>
          </p:cNvSpPr>
          <p:nvPr>
            <p:ph type="ctrTitle"/>
          </p:nvPr>
        </p:nvSpPr>
        <p:spPr/>
        <p:txBody>
          <a:bodyPr/>
          <a:lstStyle/>
          <a:p>
            <a:r>
              <a:rPr lang="de-DE" dirty="0" err="1"/>
              <a:t>SemIO</a:t>
            </a:r>
            <a:endParaRPr lang="de-DE" dirty="0"/>
          </a:p>
        </p:txBody>
      </p:sp>
      <p:sp>
        <p:nvSpPr>
          <p:cNvPr id="3" name="Untertitel 2">
            <a:extLst>
              <a:ext uri="{FF2B5EF4-FFF2-40B4-BE49-F238E27FC236}">
                <a16:creationId xmlns:a16="http://schemas.microsoft.com/office/drawing/2014/main" id="{D1CD5E72-6453-48A0-89E5-B0A5092722F7}"/>
              </a:ext>
            </a:extLst>
          </p:cNvPr>
          <p:cNvSpPr>
            <a:spLocks noGrp="1"/>
          </p:cNvSpPr>
          <p:nvPr>
            <p:ph type="subTitle" idx="1"/>
          </p:nvPr>
        </p:nvSpPr>
        <p:spPr/>
        <p:txBody>
          <a:bodyPr/>
          <a:lstStyle/>
          <a:p>
            <a:r>
              <a:rPr lang="de-DE" dirty="0"/>
              <a:t>Eine domänenspezifische Programmiersprache für Architekten</a:t>
            </a:r>
          </a:p>
        </p:txBody>
      </p:sp>
    </p:spTree>
    <p:extLst>
      <p:ext uri="{BB962C8B-B14F-4D97-AF65-F5344CB8AC3E}">
        <p14:creationId xmlns:p14="http://schemas.microsoft.com/office/powerpoint/2010/main" val="41270451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59537DE-BDBD-4E79-B49F-3D7C3B5DBFAA}"/>
              </a:ext>
            </a:extLst>
          </p:cNvPr>
          <p:cNvSpPr>
            <a:spLocks noGrp="1"/>
          </p:cNvSpPr>
          <p:nvPr>
            <p:ph type="title"/>
          </p:nvPr>
        </p:nvSpPr>
        <p:spPr/>
        <p:txBody>
          <a:bodyPr/>
          <a:lstStyle/>
          <a:p>
            <a:r>
              <a:rPr lang="de-DE" dirty="0"/>
              <a:t>Was erwartet Euch?</a:t>
            </a:r>
          </a:p>
        </p:txBody>
      </p:sp>
      <p:sp>
        <p:nvSpPr>
          <p:cNvPr id="3" name="Inhaltsplatzhalter 2">
            <a:extLst>
              <a:ext uri="{FF2B5EF4-FFF2-40B4-BE49-F238E27FC236}">
                <a16:creationId xmlns:a16="http://schemas.microsoft.com/office/drawing/2014/main" id="{5B587AA8-0C72-435C-ADB0-5C7FBDBA415E}"/>
              </a:ext>
            </a:extLst>
          </p:cNvPr>
          <p:cNvSpPr>
            <a:spLocks noGrp="1"/>
          </p:cNvSpPr>
          <p:nvPr>
            <p:ph idx="1"/>
          </p:nvPr>
        </p:nvSpPr>
        <p:spPr/>
        <p:txBody>
          <a:bodyPr/>
          <a:lstStyle/>
          <a:p>
            <a:pPr marL="514350" indent="-514350">
              <a:buFont typeface="+mj-lt"/>
              <a:buAutoNum type="arabicPeriod"/>
            </a:pPr>
            <a:r>
              <a:rPr lang="de-DE" dirty="0"/>
              <a:t>Informationstechnologien</a:t>
            </a:r>
          </a:p>
          <a:p>
            <a:pPr marL="457200" lvl="1" indent="0">
              <a:buNone/>
            </a:pPr>
            <a:r>
              <a:rPr lang="de-DE" dirty="0"/>
              <a:t>	Planung und Modellierung in der Architektur</a:t>
            </a:r>
          </a:p>
          <a:p>
            <a:pPr marL="514350" indent="-514350">
              <a:buFont typeface="+mj-lt"/>
              <a:buAutoNum type="arabicPeriod"/>
            </a:pPr>
            <a:r>
              <a:rPr lang="de-DE" dirty="0" err="1"/>
              <a:t>SemIO</a:t>
            </a:r>
            <a:endParaRPr lang="de-DE" dirty="0"/>
          </a:p>
          <a:p>
            <a:pPr marL="457200" lvl="1" indent="0">
              <a:buNone/>
            </a:pPr>
            <a:r>
              <a:rPr lang="de-DE" dirty="0"/>
              <a:t>	Paradigmen und Entwurf</a:t>
            </a:r>
          </a:p>
          <a:p>
            <a:pPr marL="457200" indent="-457200">
              <a:buFont typeface="+mj-lt"/>
              <a:buAutoNum type="arabicPeriod"/>
            </a:pPr>
            <a:r>
              <a:rPr lang="de-DE" dirty="0"/>
              <a:t>Prototyp</a:t>
            </a:r>
          </a:p>
          <a:p>
            <a:pPr marL="457200" lvl="1" indent="0">
              <a:buNone/>
            </a:pPr>
            <a:r>
              <a:rPr lang="de-DE" dirty="0"/>
              <a:t>	Syntax und Implementierung</a:t>
            </a:r>
          </a:p>
          <a:p>
            <a:pPr marL="514350" indent="-514350">
              <a:buFont typeface="+mj-lt"/>
              <a:buAutoNum type="arabicPeriod"/>
            </a:pPr>
            <a:r>
              <a:rPr lang="de-DE" dirty="0"/>
              <a:t>Beispiele</a:t>
            </a:r>
          </a:p>
          <a:p>
            <a:pPr marL="457200" lvl="1" indent="0">
              <a:buNone/>
            </a:pPr>
            <a:r>
              <a:rPr lang="de-DE" dirty="0"/>
              <a:t>	Mein Bett und Villa </a:t>
            </a:r>
            <a:r>
              <a:rPr lang="de-DE" dirty="0" err="1"/>
              <a:t>Savoye</a:t>
            </a:r>
            <a:endParaRPr lang="de-DE" dirty="0"/>
          </a:p>
        </p:txBody>
      </p:sp>
      <p:sp>
        <p:nvSpPr>
          <p:cNvPr id="4" name="Datumsplatzhalter 3">
            <a:extLst>
              <a:ext uri="{FF2B5EF4-FFF2-40B4-BE49-F238E27FC236}">
                <a16:creationId xmlns:a16="http://schemas.microsoft.com/office/drawing/2014/main" id="{63F362A2-E40A-42C7-9980-27CCF2ADD048}"/>
              </a:ext>
            </a:extLst>
          </p:cNvPr>
          <p:cNvSpPr>
            <a:spLocks noGrp="1"/>
          </p:cNvSpPr>
          <p:nvPr>
            <p:ph type="dt" sz="half" idx="10"/>
          </p:nvPr>
        </p:nvSpPr>
        <p:spPr/>
        <p:txBody>
          <a:bodyPr/>
          <a:lstStyle/>
          <a:p>
            <a:fld id="{A99C5D7E-16B0-4CA8-9091-B5F7B9BACA4A}" type="datetime1">
              <a:rPr lang="de-DE" smtClean="0"/>
              <a:t>27.11.2020</a:t>
            </a:fld>
            <a:endParaRPr lang="de-DE"/>
          </a:p>
        </p:txBody>
      </p:sp>
      <p:sp>
        <p:nvSpPr>
          <p:cNvPr id="5" name="Fußzeilenplatzhalter 4">
            <a:extLst>
              <a:ext uri="{FF2B5EF4-FFF2-40B4-BE49-F238E27FC236}">
                <a16:creationId xmlns:a16="http://schemas.microsoft.com/office/drawing/2014/main" id="{5E43C9C2-CFAD-42C1-81A6-BF8ECC990F11}"/>
              </a:ext>
            </a:extLst>
          </p:cNvPr>
          <p:cNvSpPr>
            <a:spLocks noGrp="1"/>
          </p:cNvSpPr>
          <p:nvPr>
            <p:ph type="ftr" sz="quarter" idx="11"/>
          </p:nvPr>
        </p:nvSpPr>
        <p:spPr/>
        <p:txBody>
          <a:bodyPr/>
          <a:lstStyle/>
          <a:p>
            <a:r>
              <a:rPr lang="de-DE"/>
              <a:t>Ueli Saluz</a:t>
            </a:r>
          </a:p>
        </p:txBody>
      </p:sp>
      <p:sp>
        <p:nvSpPr>
          <p:cNvPr id="6" name="Foliennummernplatzhalter 5">
            <a:extLst>
              <a:ext uri="{FF2B5EF4-FFF2-40B4-BE49-F238E27FC236}">
                <a16:creationId xmlns:a16="http://schemas.microsoft.com/office/drawing/2014/main" id="{D6378F48-FDEF-4085-A1ED-89594321D1F2}"/>
              </a:ext>
            </a:extLst>
          </p:cNvPr>
          <p:cNvSpPr>
            <a:spLocks noGrp="1"/>
          </p:cNvSpPr>
          <p:nvPr>
            <p:ph type="sldNum" sz="quarter" idx="12"/>
          </p:nvPr>
        </p:nvSpPr>
        <p:spPr/>
        <p:txBody>
          <a:bodyPr/>
          <a:lstStyle/>
          <a:p>
            <a:fld id="{431A7252-E8C9-4122-93AE-189ECCEF035D}" type="slidenum">
              <a:rPr lang="de-DE" smtClean="0"/>
              <a:t>2</a:t>
            </a:fld>
            <a:endParaRPr lang="de-DE"/>
          </a:p>
        </p:txBody>
      </p:sp>
    </p:spTree>
    <p:extLst>
      <p:ext uri="{BB962C8B-B14F-4D97-AF65-F5344CB8AC3E}">
        <p14:creationId xmlns:p14="http://schemas.microsoft.com/office/powerpoint/2010/main" val="1383809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BD1932E-CABE-4888-A871-BC6076B8DB07}"/>
              </a:ext>
            </a:extLst>
          </p:cNvPr>
          <p:cNvSpPr>
            <a:spLocks noGrp="1"/>
          </p:cNvSpPr>
          <p:nvPr>
            <p:ph type="title"/>
          </p:nvPr>
        </p:nvSpPr>
        <p:spPr/>
        <p:txBody>
          <a:bodyPr/>
          <a:lstStyle/>
          <a:p>
            <a:r>
              <a:rPr lang="de-DE" dirty="0"/>
              <a:t>Warum?</a:t>
            </a:r>
          </a:p>
        </p:txBody>
      </p:sp>
      <p:sp>
        <p:nvSpPr>
          <p:cNvPr id="3" name="Inhaltsplatzhalter 2">
            <a:extLst>
              <a:ext uri="{FF2B5EF4-FFF2-40B4-BE49-F238E27FC236}">
                <a16:creationId xmlns:a16="http://schemas.microsoft.com/office/drawing/2014/main" id="{B20DB2EE-3AD8-473B-A30B-B0DFA7830D42}"/>
              </a:ext>
            </a:extLst>
          </p:cNvPr>
          <p:cNvSpPr>
            <a:spLocks noGrp="1"/>
          </p:cNvSpPr>
          <p:nvPr>
            <p:ph idx="1"/>
          </p:nvPr>
        </p:nvSpPr>
        <p:spPr/>
        <p:txBody>
          <a:bodyPr>
            <a:normAutofit fontScale="92500"/>
          </a:bodyPr>
          <a:lstStyle/>
          <a:p>
            <a:r>
              <a:rPr lang="de-DE" dirty="0"/>
              <a:t>(Soziale, ökonomische, ökologische, technische,…) Anforderungen an Planung und Errichtung von Bauwerken steigen</a:t>
            </a:r>
          </a:p>
          <a:p>
            <a:r>
              <a:rPr lang="de-DE" dirty="0"/>
              <a:t>Wertschöpfungsketten von Bauwerken weiten sich (Involvierte Akteure, Rohstoffströme,…)</a:t>
            </a:r>
          </a:p>
          <a:p>
            <a:pPr>
              <a:buFont typeface="Wingdings" panose="05000000000000000000" pitchFamily="2" charset="2"/>
              <a:buChar char="à"/>
            </a:pPr>
            <a:endParaRPr lang="de-DE" dirty="0"/>
          </a:p>
          <a:p>
            <a:pPr>
              <a:buFont typeface="Wingdings" panose="05000000000000000000" pitchFamily="2" charset="2"/>
              <a:buChar char="à"/>
            </a:pPr>
            <a:r>
              <a:rPr lang="de-DE" dirty="0"/>
              <a:t>Planungs- und Bauprozesse werden immer komplexer</a:t>
            </a:r>
          </a:p>
          <a:p>
            <a:pPr>
              <a:buFont typeface="Wingdings" panose="05000000000000000000" pitchFamily="2" charset="2"/>
              <a:buChar char="à"/>
            </a:pPr>
            <a:endParaRPr lang="de-DE" dirty="0"/>
          </a:p>
          <a:p>
            <a:pPr>
              <a:buFont typeface="Wingdings" panose="05000000000000000000" pitchFamily="2" charset="2"/>
              <a:buChar char="à"/>
            </a:pPr>
            <a:r>
              <a:rPr lang="de-DE" dirty="0"/>
              <a:t>Es braucht (digitale) Werkzeuge für eine effizientere, transparentere und nachhaltigere Planung</a:t>
            </a:r>
          </a:p>
          <a:p>
            <a:pPr marL="0" indent="0">
              <a:buNone/>
            </a:pPr>
            <a:endParaRPr lang="de-DE" dirty="0"/>
          </a:p>
          <a:p>
            <a:endParaRPr lang="de-DE" dirty="0"/>
          </a:p>
        </p:txBody>
      </p:sp>
      <p:sp>
        <p:nvSpPr>
          <p:cNvPr id="4" name="Datumsplatzhalter 3">
            <a:extLst>
              <a:ext uri="{FF2B5EF4-FFF2-40B4-BE49-F238E27FC236}">
                <a16:creationId xmlns:a16="http://schemas.microsoft.com/office/drawing/2014/main" id="{E4845B3D-3F20-485A-A287-CD7F2B95EFA4}"/>
              </a:ext>
            </a:extLst>
          </p:cNvPr>
          <p:cNvSpPr>
            <a:spLocks noGrp="1"/>
          </p:cNvSpPr>
          <p:nvPr>
            <p:ph type="dt" sz="half" idx="10"/>
          </p:nvPr>
        </p:nvSpPr>
        <p:spPr/>
        <p:txBody>
          <a:bodyPr/>
          <a:lstStyle/>
          <a:p>
            <a:fld id="{64518D3D-9BFE-49FF-AD5A-227E01A5AB0A}" type="datetime1">
              <a:rPr lang="de-DE" smtClean="0"/>
              <a:t>27.11.2020</a:t>
            </a:fld>
            <a:endParaRPr lang="de-DE"/>
          </a:p>
        </p:txBody>
      </p:sp>
      <p:sp>
        <p:nvSpPr>
          <p:cNvPr id="5" name="Fußzeilenplatzhalter 4">
            <a:extLst>
              <a:ext uri="{FF2B5EF4-FFF2-40B4-BE49-F238E27FC236}">
                <a16:creationId xmlns:a16="http://schemas.microsoft.com/office/drawing/2014/main" id="{4E5BDEA9-3344-4995-8517-F0ABBE7A4C27}"/>
              </a:ext>
            </a:extLst>
          </p:cNvPr>
          <p:cNvSpPr>
            <a:spLocks noGrp="1"/>
          </p:cNvSpPr>
          <p:nvPr>
            <p:ph type="ftr" sz="quarter" idx="11"/>
          </p:nvPr>
        </p:nvSpPr>
        <p:spPr/>
        <p:txBody>
          <a:bodyPr/>
          <a:lstStyle/>
          <a:p>
            <a:r>
              <a:rPr lang="de-DE"/>
              <a:t>Ueli Saluz</a:t>
            </a:r>
          </a:p>
        </p:txBody>
      </p:sp>
      <p:sp>
        <p:nvSpPr>
          <p:cNvPr id="6" name="Foliennummernplatzhalter 5">
            <a:extLst>
              <a:ext uri="{FF2B5EF4-FFF2-40B4-BE49-F238E27FC236}">
                <a16:creationId xmlns:a16="http://schemas.microsoft.com/office/drawing/2014/main" id="{B513E773-F9FC-430B-BE32-DF47B401D005}"/>
              </a:ext>
            </a:extLst>
          </p:cNvPr>
          <p:cNvSpPr>
            <a:spLocks noGrp="1"/>
          </p:cNvSpPr>
          <p:nvPr>
            <p:ph type="sldNum" sz="quarter" idx="12"/>
          </p:nvPr>
        </p:nvSpPr>
        <p:spPr/>
        <p:txBody>
          <a:bodyPr/>
          <a:lstStyle/>
          <a:p>
            <a:fld id="{431A7252-E8C9-4122-93AE-189ECCEF035D}" type="slidenum">
              <a:rPr lang="de-DE" smtClean="0"/>
              <a:t>3</a:t>
            </a:fld>
            <a:endParaRPr lang="de-DE"/>
          </a:p>
        </p:txBody>
      </p:sp>
    </p:spTree>
    <p:extLst>
      <p:ext uri="{BB962C8B-B14F-4D97-AF65-F5344CB8AC3E}">
        <p14:creationId xmlns:p14="http://schemas.microsoft.com/office/powerpoint/2010/main" val="4235615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09F9974-D1BF-4321-B947-C1F403776880}"/>
              </a:ext>
            </a:extLst>
          </p:cNvPr>
          <p:cNvSpPr>
            <a:spLocks noGrp="1"/>
          </p:cNvSpPr>
          <p:nvPr>
            <p:ph type="title"/>
          </p:nvPr>
        </p:nvSpPr>
        <p:spPr/>
        <p:txBody>
          <a:bodyPr/>
          <a:lstStyle/>
          <a:p>
            <a:r>
              <a:rPr lang="de-DE" dirty="0"/>
              <a:t>Informationstechnologien</a:t>
            </a:r>
          </a:p>
        </p:txBody>
      </p:sp>
      <p:sp>
        <p:nvSpPr>
          <p:cNvPr id="3" name="Textplatzhalter 2">
            <a:extLst>
              <a:ext uri="{FF2B5EF4-FFF2-40B4-BE49-F238E27FC236}">
                <a16:creationId xmlns:a16="http://schemas.microsoft.com/office/drawing/2014/main" id="{BFDB4697-BD3A-45B4-82B4-8DB82D911AC1}"/>
              </a:ext>
            </a:extLst>
          </p:cNvPr>
          <p:cNvSpPr>
            <a:spLocks noGrp="1"/>
          </p:cNvSpPr>
          <p:nvPr>
            <p:ph type="body" idx="1"/>
          </p:nvPr>
        </p:nvSpPr>
        <p:spPr/>
        <p:txBody>
          <a:bodyPr/>
          <a:lstStyle/>
          <a:p>
            <a:r>
              <a:rPr lang="de-DE" dirty="0"/>
              <a:t>Planung und Modellierung in der Architektur</a:t>
            </a:r>
          </a:p>
        </p:txBody>
      </p:sp>
      <p:sp>
        <p:nvSpPr>
          <p:cNvPr id="4" name="Datumsplatzhalter 3">
            <a:extLst>
              <a:ext uri="{FF2B5EF4-FFF2-40B4-BE49-F238E27FC236}">
                <a16:creationId xmlns:a16="http://schemas.microsoft.com/office/drawing/2014/main" id="{7E8805E9-1BDF-4DD0-8756-B4DD9C97C48B}"/>
              </a:ext>
            </a:extLst>
          </p:cNvPr>
          <p:cNvSpPr>
            <a:spLocks noGrp="1"/>
          </p:cNvSpPr>
          <p:nvPr>
            <p:ph type="dt" sz="half" idx="10"/>
          </p:nvPr>
        </p:nvSpPr>
        <p:spPr/>
        <p:txBody>
          <a:bodyPr/>
          <a:lstStyle/>
          <a:p>
            <a:fld id="{EBE8414D-D4E3-4A24-9C11-12C66498C6AF}" type="datetime1">
              <a:rPr lang="de-DE" smtClean="0"/>
              <a:t>27.11.2020</a:t>
            </a:fld>
            <a:endParaRPr lang="de-DE"/>
          </a:p>
        </p:txBody>
      </p:sp>
      <p:sp>
        <p:nvSpPr>
          <p:cNvPr id="5" name="Fußzeilenplatzhalter 4">
            <a:extLst>
              <a:ext uri="{FF2B5EF4-FFF2-40B4-BE49-F238E27FC236}">
                <a16:creationId xmlns:a16="http://schemas.microsoft.com/office/drawing/2014/main" id="{4216B332-9EE1-4EFB-A5BA-BF5F6C956CA8}"/>
              </a:ext>
            </a:extLst>
          </p:cNvPr>
          <p:cNvSpPr>
            <a:spLocks noGrp="1"/>
          </p:cNvSpPr>
          <p:nvPr>
            <p:ph type="ftr" sz="quarter" idx="11"/>
          </p:nvPr>
        </p:nvSpPr>
        <p:spPr/>
        <p:txBody>
          <a:bodyPr/>
          <a:lstStyle/>
          <a:p>
            <a:r>
              <a:rPr lang="de-DE"/>
              <a:t>Ueli Saluz</a:t>
            </a:r>
          </a:p>
        </p:txBody>
      </p:sp>
      <p:sp>
        <p:nvSpPr>
          <p:cNvPr id="6" name="Foliennummernplatzhalter 5">
            <a:extLst>
              <a:ext uri="{FF2B5EF4-FFF2-40B4-BE49-F238E27FC236}">
                <a16:creationId xmlns:a16="http://schemas.microsoft.com/office/drawing/2014/main" id="{F7E37A8E-63B4-4E50-B953-2F6656BED360}"/>
              </a:ext>
            </a:extLst>
          </p:cNvPr>
          <p:cNvSpPr>
            <a:spLocks noGrp="1"/>
          </p:cNvSpPr>
          <p:nvPr>
            <p:ph type="sldNum" sz="quarter" idx="12"/>
          </p:nvPr>
        </p:nvSpPr>
        <p:spPr/>
        <p:txBody>
          <a:bodyPr/>
          <a:lstStyle/>
          <a:p>
            <a:fld id="{431A7252-E8C9-4122-93AE-189ECCEF035D}" type="slidenum">
              <a:rPr lang="de-DE" smtClean="0"/>
              <a:t>4</a:t>
            </a:fld>
            <a:endParaRPr lang="de-DE"/>
          </a:p>
        </p:txBody>
      </p:sp>
    </p:spTree>
    <p:extLst>
      <p:ext uri="{BB962C8B-B14F-4D97-AF65-F5344CB8AC3E}">
        <p14:creationId xmlns:p14="http://schemas.microsoft.com/office/powerpoint/2010/main" val="41841938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umsplatzhalter 3">
            <a:extLst>
              <a:ext uri="{FF2B5EF4-FFF2-40B4-BE49-F238E27FC236}">
                <a16:creationId xmlns:a16="http://schemas.microsoft.com/office/drawing/2014/main" id="{2FE79924-4316-4D1D-8254-B2CC55013F18}"/>
              </a:ext>
            </a:extLst>
          </p:cNvPr>
          <p:cNvSpPr>
            <a:spLocks noGrp="1"/>
          </p:cNvSpPr>
          <p:nvPr>
            <p:ph type="dt" sz="half" idx="10"/>
          </p:nvPr>
        </p:nvSpPr>
        <p:spPr/>
        <p:txBody>
          <a:bodyPr/>
          <a:lstStyle/>
          <a:p>
            <a:fld id="{626390CB-5346-4F71-AF37-99282DABB72D}" type="datetime1">
              <a:rPr lang="de-DE" smtClean="0"/>
              <a:t>27.11.2020</a:t>
            </a:fld>
            <a:endParaRPr lang="de-DE"/>
          </a:p>
        </p:txBody>
      </p:sp>
      <p:sp>
        <p:nvSpPr>
          <p:cNvPr id="5" name="Fußzeilenplatzhalter 4">
            <a:extLst>
              <a:ext uri="{FF2B5EF4-FFF2-40B4-BE49-F238E27FC236}">
                <a16:creationId xmlns:a16="http://schemas.microsoft.com/office/drawing/2014/main" id="{B54B7B63-05BF-418E-A121-E83A4A366604}"/>
              </a:ext>
            </a:extLst>
          </p:cNvPr>
          <p:cNvSpPr>
            <a:spLocks noGrp="1"/>
          </p:cNvSpPr>
          <p:nvPr>
            <p:ph type="ftr" sz="quarter" idx="11"/>
          </p:nvPr>
        </p:nvSpPr>
        <p:spPr>
          <a:xfrm>
            <a:off x="2512741" y="6222380"/>
            <a:ext cx="7469459" cy="499095"/>
          </a:xfrm>
        </p:spPr>
        <p:txBody>
          <a:bodyPr/>
          <a:lstStyle/>
          <a:p>
            <a:r>
              <a:rPr lang="en-US" sz="1100" dirty="0"/>
              <a:t>1. </a:t>
            </a:r>
            <a:r>
              <a:rPr lang="de-DE" sz="1100" dirty="0"/>
              <a:t>[German </a:t>
            </a:r>
            <a:r>
              <a:rPr lang="de-DE" sz="1100" dirty="0" err="1"/>
              <a:t>translation</a:t>
            </a:r>
            <a:r>
              <a:rPr lang="de-DE" sz="1100" dirty="0"/>
              <a:t> in Marc </a:t>
            </a:r>
            <a:r>
              <a:rPr lang="de-DE" sz="1100" dirty="0" err="1"/>
              <a:t>Jongen</a:t>
            </a:r>
            <a:r>
              <a:rPr lang="de-DE" sz="1100" dirty="0"/>
              <a:t>, </a:t>
            </a:r>
            <a:r>
              <a:rPr lang="de-DE" sz="1100" dirty="0" err="1"/>
              <a:t>Sjoerd</a:t>
            </a:r>
            <a:r>
              <a:rPr lang="de-DE" sz="1100" dirty="0"/>
              <a:t> van </a:t>
            </a:r>
            <a:r>
              <a:rPr lang="de-DE" sz="1100" dirty="0" err="1"/>
              <a:t>Tuinen</a:t>
            </a:r>
            <a:r>
              <a:rPr lang="de-DE" sz="1100" dirty="0"/>
              <a:t> and </a:t>
            </a:r>
            <a:r>
              <a:rPr lang="de-DE" sz="1100" dirty="0" err="1"/>
              <a:t>Koenraad</a:t>
            </a:r>
            <a:r>
              <a:rPr lang="de-DE" sz="1100" dirty="0"/>
              <a:t> </a:t>
            </a:r>
            <a:r>
              <a:rPr lang="de-DE" sz="1100" dirty="0" err="1"/>
              <a:t>Hemelsoe</a:t>
            </a:r>
            <a:r>
              <a:rPr lang="de-DE" sz="1100" dirty="0"/>
              <a:t> (</a:t>
            </a:r>
            <a:r>
              <a:rPr lang="de-DE" sz="1100" dirty="0" err="1"/>
              <a:t>editors</a:t>
            </a:r>
            <a:r>
              <a:rPr lang="de-DE" sz="1100" dirty="0"/>
              <a:t>) « Ein Vorsichtiger Prometheus. Einige Schritte hin zu einer Philosophie des Designs, unter besonderer Berücksichtigung von Peter Sloterdijk » (Hrsg.) Die Vermessung des Ungeheuren. Philosophie nach Peter Sloterdijk, München 2009 (Wilhelm Fink Verlag pp. 371.]</a:t>
            </a:r>
          </a:p>
        </p:txBody>
      </p:sp>
      <p:sp>
        <p:nvSpPr>
          <p:cNvPr id="6" name="Foliennummernplatzhalter 5">
            <a:extLst>
              <a:ext uri="{FF2B5EF4-FFF2-40B4-BE49-F238E27FC236}">
                <a16:creationId xmlns:a16="http://schemas.microsoft.com/office/drawing/2014/main" id="{5E1C7E2B-7176-461B-9127-BA47FA2DDCAC}"/>
              </a:ext>
            </a:extLst>
          </p:cNvPr>
          <p:cNvSpPr>
            <a:spLocks noGrp="1"/>
          </p:cNvSpPr>
          <p:nvPr>
            <p:ph type="sldNum" sz="quarter" idx="12"/>
          </p:nvPr>
        </p:nvSpPr>
        <p:spPr/>
        <p:txBody>
          <a:bodyPr/>
          <a:lstStyle/>
          <a:p>
            <a:fld id="{431A7252-E8C9-4122-93AE-189ECCEF035D}" type="slidenum">
              <a:rPr lang="de-DE" smtClean="0"/>
              <a:t>5</a:t>
            </a:fld>
            <a:endParaRPr lang="de-DE" dirty="0"/>
          </a:p>
        </p:txBody>
      </p:sp>
      <p:sp>
        <p:nvSpPr>
          <p:cNvPr id="8" name="Textfeld 7">
            <a:extLst>
              <a:ext uri="{FF2B5EF4-FFF2-40B4-BE49-F238E27FC236}">
                <a16:creationId xmlns:a16="http://schemas.microsoft.com/office/drawing/2014/main" id="{AE1E937F-B57A-473E-838E-5F66136C1C7D}"/>
              </a:ext>
            </a:extLst>
          </p:cNvPr>
          <p:cNvSpPr txBox="1"/>
          <p:nvPr/>
        </p:nvSpPr>
        <p:spPr>
          <a:xfrm>
            <a:off x="838200" y="1268064"/>
            <a:ext cx="10515600" cy="4985980"/>
          </a:xfrm>
          <a:prstGeom prst="rect">
            <a:avLst/>
          </a:prstGeom>
          <a:noFill/>
        </p:spPr>
        <p:txBody>
          <a:bodyPr wrap="square" rtlCol="0">
            <a:spAutoFit/>
          </a:bodyPr>
          <a:lstStyle/>
          <a:p>
            <a:pPr algn="ctr"/>
            <a:r>
              <a:rPr lang="de-DE" sz="2200" dirty="0">
                <a:effectLst/>
                <a:latin typeface="Arial" panose="020B0604020202020204" pitchFamily="34" charset="0"/>
              </a:rPr>
              <a:t>In ihrer langen Geschichte hat die Designpraxis wunderbare Arbeit geleistet, um praktische Fertigkeiten zum Zeichnen von Objekten zu erfinden, angefangen bei Architekturzeichnungen über Maschinenbaupläne und verkleinerte Modelle bis hin zu Prototypen. Doch was in diesen wunderbaren Zeichnungen [</a:t>
            </a:r>
            <a:r>
              <a:rPr lang="de-DE" sz="2200" dirty="0" err="1">
                <a:effectLst/>
                <a:latin typeface="Arial" panose="020B0604020202020204" pitchFamily="34" charset="0"/>
              </a:rPr>
              <a:t>desseins</a:t>
            </a:r>
            <a:r>
              <a:rPr lang="de-DE" sz="2200" dirty="0">
                <a:effectLst/>
                <a:latin typeface="Arial" panose="020B0604020202020204" pitchFamily="34" charset="0"/>
              </a:rPr>
              <a:t>] – hier Zeichnungen im wörtlichen Sinn genommen – stets gefehlt hat, ist ein Eindruck der Kontroversen und der vielen Akteure und Interessenvertreter, die mit diesen in die Welt kommen. [...] und doch sind wir, vierhundert Jahre nach der Erfindung der perspektivischen Zeichnung, dreihundert Jahre nach der projektiven Geometrie, fünfzig Jahre nach der Entwicklung von CAD Programmen noch immer ziemlich unfähig, das, was ein Ding in all seiner Komplexität ist, an einem Ort zusammenzuziehen, </a:t>
            </a:r>
            <a:r>
              <a:rPr lang="de-DE" sz="2200" dirty="0" err="1">
                <a:effectLst/>
                <a:latin typeface="Arial" panose="020B0604020202020204" pitchFamily="34" charset="0"/>
              </a:rPr>
              <a:t>zusammenzuzeichnen</a:t>
            </a:r>
            <a:r>
              <a:rPr lang="de-DE" sz="2200" dirty="0">
                <a:effectLst/>
                <a:latin typeface="Arial" panose="020B0604020202020204" pitchFamily="34" charset="0"/>
              </a:rPr>
              <a:t>, zu simulieren, zu materialisieren, annähernd wiederzugeben, vollständig im originalgetreuen Maßstab zu modellieren.</a:t>
            </a:r>
            <a:r>
              <a:rPr lang="en-US" sz="2200" b="0" i="0" u="none" strike="noStrike" baseline="0" dirty="0"/>
              <a:t>” </a:t>
            </a:r>
            <a:r>
              <a:rPr lang="en-US" sz="2200" b="0" i="0" u="none" strike="noStrike" baseline="30000" dirty="0"/>
              <a:t>1</a:t>
            </a:r>
          </a:p>
          <a:p>
            <a:pPr algn="ctr"/>
            <a:r>
              <a:rPr lang="en-US" sz="3200" b="0" i="0" u="none" strike="noStrike" baseline="0" dirty="0"/>
              <a:t>Bruno Latour</a:t>
            </a:r>
            <a:endParaRPr lang="de-DE" sz="3200" dirty="0"/>
          </a:p>
        </p:txBody>
      </p:sp>
      <p:sp>
        <p:nvSpPr>
          <p:cNvPr id="9" name="Fußzeilenplatzhalter 4">
            <a:extLst>
              <a:ext uri="{FF2B5EF4-FFF2-40B4-BE49-F238E27FC236}">
                <a16:creationId xmlns:a16="http://schemas.microsoft.com/office/drawing/2014/main" id="{55F4CD59-7332-4819-93EE-E63A0B1B3680}"/>
              </a:ext>
            </a:extLst>
          </p:cNvPr>
          <p:cNvSpPr txBox="1">
            <a:spLocks/>
          </p:cNvSpPr>
          <p:nvPr/>
        </p:nvSpPr>
        <p:spPr>
          <a:xfrm>
            <a:off x="2512741" y="12234592"/>
            <a:ext cx="7469459" cy="499095"/>
          </a:xfrm>
          <a:prstGeom prst="rect">
            <a:avLst/>
          </a:prstGeom>
        </p:spPr>
        <p:txBody>
          <a:bodyPr vert="horz" lIns="91440" tIns="45720" rIns="91440" bIns="45720" rtlCol="0" anchor="ctr"/>
          <a:lstStyle>
            <a:defPPr>
              <a:defRPr lang="de-DE"/>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bg1"/>
                </a:solidFill>
              </a:rPr>
              <a:t>1. Latour, B. (2012), A cautious prometheus?: A few steps toward a philosophy of design with special attention to Peter Sloterdijk, in 'In Medias Res', Amsterdam University Press, p. 151.</a:t>
            </a:r>
            <a:endParaRPr lang="de-DE" dirty="0">
              <a:solidFill>
                <a:schemeClr val="bg1"/>
              </a:solidFill>
            </a:endParaRPr>
          </a:p>
        </p:txBody>
      </p:sp>
      <p:sp>
        <p:nvSpPr>
          <p:cNvPr id="10" name="Textfeld 9">
            <a:extLst>
              <a:ext uri="{FF2B5EF4-FFF2-40B4-BE49-F238E27FC236}">
                <a16:creationId xmlns:a16="http://schemas.microsoft.com/office/drawing/2014/main" id="{3B5DC3EB-B4F2-4AE2-AF8B-AC910D3844E9}"/>
              </a:ext>
            </a:extLst>
          </p:cNvPr>
          <p:cNvSpPr txBox="1"/>
          <p:nvPr/>
        </p:nvSpPr>
        <p:spPr>
          <a:xfrm>
            <a:off x="838200" y="7280276"/>
            <a:ext cx="10515600" cy="4278094"/>
          </a:xfrm>
          <a:prstGeom prst="rect">
            <a:avLst/>
          </a:prstGeom>
          <a:noFill/>
        </p:spPr>
        <p:txBody>
          <a:bodyPr wrap="square" rtlCol="0">
            <a:spAutoFit/>
          </a:bodyPr>
          <a:lstStyle/>
          <a:p>
            <a:pPr algn="ctr"/>
            <a:r>
              <a:rPr lang="en-US" sz="2400" b="0" i="0" u="none" strike="noStrike" baseline="0" dirty="0">
                <a:solidFill>
                  <a:schemeClr val="bg1"/>
                </a:solidFill>
              </a:rPr>
              <a:t>“Now here is the challenge: In its long history, design practice has done a </a:t>
            </a:r>
            <a:r>
              <a:rPr lang="en-US" sz="2400" b="0" i="0" u="none" strike="noStrike" baseline="0" dirty="0" err="1">
                <a:solidFill>
                  <a:schemeClr val="bg1"/>
                </a:solidFill>
              </a:rPr>
              <a:t>marvellous</a:t>
            </a:r>
            <a:r>
              <a:rPr lang="en-US" sz="2400" b="0" i="0" u="none" strike="noStrike" baseline="0" dirty="0">
                <a:solidFill>
                  <a:schemeClr val="bg1"/>
                </a:solidFill>
              </a:rPr>
              <a:t> job of inventing the practical skills for drawing objects, from architectural drawing, mechanic blueprints, scale models, prototyping etc.</a:t>
            </a:r>
          </a:p>
          <a:p>
            <a:pPr algn="ctr"/>
            <a:r>
              <a:rPr lang="en-US" sz="2400" b="0" i="0" u="none" strike="noStrike" baseline="0" dirty="0">
                <a:solidFill>
                  <a:schemeClr val="bg1"/>
                </a:solidFill>
              </a:rPr>
              <a:t>[…] , and yet, four hundred years after the invention of perspective drawing, three hundred years after projective geometry, fifty years after the development of CAD computer screens, we are still utterly unable to draw together, to simulate, to materialize, to approximate, to fully model to scale, what a thing in all of its complexity, is.” </a:t>
            </a:r>
            <a:r>
              <a:rPr lang="en-US" sz="2400" b="0" i="0" u="none" strike="noStrike" baseline="30000" dirty="0">
                <a:solidFill>
                  <a:schemeClr val="bg1"/>
                </a:solidFill>
              </a:rPr>
              <a:t>1</a:t>
            </a:r>
          </a:p>
          <a:p>
            <a:pPr algn="ctr"/>
            <a:r>
              <a:rPr lang="en-US" sz="3200" b="0" i="0" u="none" strike="noStrike" baseline="0" dirty="0">
                <a:solidFill>
                  <a:schemeClr val="bg1"/>
                </a:solidFill>
              </a:rPr>
              <a:t>Bruno Latour</a:t>
            </a:r>
            <a:endParaRPr lang="de-DE" sz="3200" dirty="0">
              <a:solidFill>
                <a:schemeClr val="bg1"/>
              </a:solidFill>
            </a:endParaRPr>
          </a:p>
        </p:txBody>
      </p:sp>
    </p:spTree>
    <p:extLst>
      <p:ext uri="{BB962C8B-B14F-4D97-AF65-F5344CB8AC3E}">
        <p14:creationId xmlns:p14="http://schemas.microsoft.com/office/powerpoint/2010/main" val="36507089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B3C459A-AC01-4986-A7EE-2E5F7557FD63}"/>
              </a:ext>
            </a:extLst>
          </p:cNvPr>
          <p:cNvSpPr>
            <a:spLocks noGrp="1"/>
          </p:cNvSpPr>
          <p:nvPr>
            <p:ph type="title"/>
          </p:nvPr>
        </p:nvSpPr>
        <p:spPr/>
        <p:txBody>
          <a:bodyPr>
            <a:normAutofit fontScale="90000"/>
          </a:bodyPr>
          <a:lstStyle/>
          <a:p>
            <a:r>
              <a:rPr lang="de-DE" dirty="0"/>
              <a:t>Mit welchen Informationstechnologien </a:t>
            </a:r>
            <a:r>
              <a:rPr lang="de-DE" i="1" dirty="0"/>
              <a:t>planen</a:t>
            </a:r>
            <a:r>
              <a:rPr lang="de-DE" dirty="0"/>
              <a:t> Architekten?</a:t>
            </a:r>
          </a:p>
        </p:txBody>
      </p:sp>
      <p:sp>
        <p:nvSpPr>
          <p:cNvPr id="3" name="Inhaltsplatzhalter 2">
            <a:extLst>
              <a:ext uri="{FF2B5EF4-FFF2-40B4-BE49-F238E27FC236}">
                <a16:creationId xmlns:a16="http://schemas.microsoft.com/office/drawing/2014/main" id="{5BB7B131-D38A-41DA-8817-229940F33E23}"/>
              </a:ext>
            </a:extLst>
          </p:cNvPr>
          <p:cNvSpPr>
            <a:spLocks noGrp="1"/>
          </p:cNvSpPr>
          <p:nvPr>
            <p:ph idx="1"/>
          </p:nvPr>
        </p:nvSpPr>
        <p:spPr/>
        <p:txBody>
          <a:bodyPr>
            <a:normAutofit/>
          </a:bodyPr>
          <a:lstStyle/>
          <a:p>
            <a:r>
              <a:rPr lang="de-DE" dirty="0"/>
              <a:t>Pläne (Grundrisse, Schnitte, Axonometrien,…)</a:t>
            </a:r>
          </a:p>
          <a:p>
            <a:r>
              <a:rPr lang="de-DE" dirty="0"/>
              <a:t>Modelle (Volumenmodelle, Schnittmodelle, 1zu1,…)</a:t>
            </a:r>
          </a:p>
          <a:p>
            <a:r>
              <a:rPr lang="de-DE" dirty="0"/>
              <a:t>Bilder (Perspektiven, Collagen,…)</a:t>
            </a:r>
          </a:p>
          <a:p>
            <a:r>
              <a:rPr lang="de-DE" dirty="0"/>
              <a:t>Diagramme (Konzeptdiagramme, Raumdiagramme, Belichtungsdiagramme,…)</a:t>
            </a:r>
          </a:p>
          <a:p>
            <a:r>
              <a:rPr lang="de-DE" dirty="0"/>
              <a:t>Statistiken (Infrastrukturstatistiken, Quartierstatistiken,…)</a:t>
            </a:r>
          </a:p>
          <a:p>
            <a:r>
              <a:rPr lang="de-DE" dirty="0"/>
              <a:t>Text (Architekturtheorie)</a:t>
            </a:r>
          </a:p>
          <a:p>
            <a:r>
              <a:rPr lang="de-DE" dirty="0"/>
              <a:t>…</a:t>
            </a:r>
          </a:p>
          <a:p>
            <a:endParaRPr lang="de-DE" dirty="0"/>
          </a:p>
        </p:txBody>
      </p:sp>
      <p:sp>
        <p:nvSpPr>
          <p:cNvPr id="4" name="Datumsplatzhalter 3">
            <a:extLst>
              <a:ext uri="{FF2B5EF4-FFF2-40B4-BE49-F238E27FC236}">
                <a16:creationId xmlns:a16="http://schemas.microsoft.com/office/drawing/2014/main" id="{B727A23E-81DB-4A41-8CED-C1D167F329A3}"/>
              </a:ext>
            </a:extLst>
          </p:cNvPr>
          <p:cNvSpPr>
            <a:spLocks noGrp="1"/>
          </p:cNvSpPr>
          <p:nvPr>
            <p:ph type="dt" sz="half" idx="10"/>
          </p:nvPr>
        </p:nvSpPr>
        <p:spPr/>
        <p:txBody>
          <a:bodyPr/>
          <a:lstStyle/>
          <a:p>
            <a:fld id="{2D937A62-0966-406C-9090-764632126A3E}" type="datetime1">
              <a:rPr lang="de-DE" smtClean="0"/>
              <a:t>27.11.2020</a:t>
            </a:fld>
            <a:endParaRPr lang="de-DE"/>
          </a:p>
        </p:txBody>
      </p:sp>
      <p:sp>
        <p:nvSpPr>
          <p:cNvPr id="5" name="Fußzeilenplatzhalter 4">
            <a:extLst>
              <a:ext uri="{FF2B5EF4-FFF2-40B4-BE49-F238E27FC236}">
                <a16:creationId xmlns:a16="http://schemas.microsoft.com/office/drawing/2014/main" id="{7B8D594E-7341-427E-8093-F8D6298682E6}"/>
              </a:ext>
            </a:extLst>
          </p:cNvPr>
          <p:cNvSpPr>
            <a:spLocks noGrp="1"/>
          </p:cNvSpPr>
          <p:nvPr>
            <p:ph type="ftr" sz="quarter" idx="11"/>
          </p:nvPr>
        </p:nvSpPr>
        <p:spPr/>
        <p:txBody>
          <a:bodyPr/>
          <a:lstStyle/>
          <a:p>
            <a:r>
              <a:rPr lang="de-DE"/>
              <a:t>Ueli Saluz</a:t>
            </a:r>
          </a:p>
        </p:txBody>
      </p:sp>
      <p:sp>
        <p:nvSpPr>
          <p:cNvPr id="6" name="Foliennummernplatzhalter 5">
            <a:extLst>
              <a:ext uri="{FF2B5EF4-FFF2-40B4-BE49-F238E27FC236}">
                <a16:creationId xmlns:a16="http://schemas.microsoft.com/office/drawing/2014/main" id="{9A294B30-D1AB-4534-BD34-DD924A1D60B2}"/>
              </a:ext>
            </a:extLst>
          </p:cNvPr>
          <p:cNvSpPr>
            <a:spLocks noGrp="1"/>
          </p:cNvSpPr>
          <p:nvPr>
            <p:ph type="sldNum" sz="quarter" idx="12"/>
          </p:nvPr>
        </p:nvSpPr>
        <p:spPr/>
        <p:txBody>
          <a:bodyPr/>
          <a:lstStyle/>
          <a:p>
            <a:fld id="{431A7252-E8C9-4122-93AE-189ECCEF035D}" type="slidenum">
              <a:rPr lang="de-DE" smtClean="0"/>
              <a:t>6</a:t>
            </a:fld>
            <a:endParaRPr lang="de-DE"/>
          </a:p>
        </p:txBody>
      </p:sp>
    </p:spTree>
    <p:extLst>
      <p:ext uri="{BB962C8B-B14F-4D97-AF65-F5344CB8AC3E}">
        <p14:creationId xmlns:p14="http://schemas.microsoft.com/office/powerpoint/2010/main" val="40063187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492BB305-6CE5-427C-8DE7-3F423122BCF9}"/>
              </a:ext>
            </a:extLst>
          </p:cNvPr>
          <p:cNvSpPr>
            <a:spLocks noGrp="1"/>
          </p:cNvSpPr>
          <p:nvPr>
            <p:ph type="title"/>
          </p:nvPr>
        </p:nvSpPr>
        <p:spPr/>
        <p:txBody>
          <a:bodyPr/>
          <a:lstStyle/>
          <a:p>
            <a:r>
              <a:rPr lang="de-DE" dirty="0"/>
              <a:t>Diagrammnotation</a:t>
            </a:r>
          </a:p>
        </p:txBody>
      </p:sp>
      <p:pic>
        <p:nvPicPr>
          <p:cNvPr id="7" name="Inhaltsplatzhalter 6">
            <a:extLst>
              <a:ext uri="{FF2B5EF4-FFF2-40B4-BE49-F238E27FC236}">
                <a16:creationId xmlns:a16="http://schemas.microsoft.com/office/drawing/2014/main" id="{129F709A-5934-49F3-837D-A8302C6A2EC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16363" y="1556425"/>
            <a:ext cx="8559274" cy="4571999"/>
          </a:xfrm>
        </p:spPr>
      </p:pic>
      <p:sp>
        <p:nvSpPr>
          <p:cNvPr id="11" name="Datumsplatzhalter 10">
            <a:extLst>
              <a:ext uri="{FF2B5EF4-FFF2-40B4-BE49-F238E27FC236}">
                <a16:creationId xmlns:a16="http://schemas.microsoft.com/office/drawing/2014/main" id="{00E6E057-FAEA-4424-B7A6-148A4B4839B3}"/>
              </a:ext>
            </a:extLst>
          </p:cNvPr>
          <p:cNvSpPr>
            <a:spLocks noGrp="1"/>
          </p:cNvSpPr>
          <p:nvPr>
            <p:ph type="dt" sz="half" idx="10"/>
          </p:nvPr>
        </p:nvSpPr>
        <p:spPr/>
        <p:txBody>
          <a:bodyPr/>
          <a:lstStyle/>
          <a:p>
            <a:fld id="{BB15E342-AD48-488F-A928-98E0FCB1B6CF}" type="datetime1">
              <a:rPr lang="de-DE" smtClean="0"/>
              <a:t>27.11.2020</a:t>
            </a:fld>
            <a:endParaRPr lang="de-DE"/>
          </a:p>
        </p:txBody>
      </p:sp>
      <p:sp>
        <p:nvSpPr>
          <p:cNvPr id="12" name="Fußzeilenplatzhalter 11">
            <a:extLst>
              <a:ext uri="{FF2B5EF4-FFF2-40B4-BE49-F238E27FC236}">
                <a16:creationId xmlns:a16="http://schemas.microsoft.com/office/drawing/2014/main" id="{87E12500-522A-423B-90DB-F0F18068B320}"/>
              </a:ext>
            </a:extLst>
          </p:cNvPr>
          <p:cNvSpPr>
            <a:spLocks noGrp="1"/>
          </p:cNvSpPr>
          <p:nvPr>
            <p:ph type="ftr" sz="quarter" idx="11"/>
          </p:nvPr>
        </p:nvSpPr>
        <p:spPr/>
        <p:txBody>
          <a:bodyPr/>
          <a:lstStyle/>
          <a:p>
            <a:r>
              <a:rPr lang="de-DE"/>
              <a:t>Ueli Saluz</a:t>
            </a:r>
          </a:p>
        </p:txBody>
      </p:sp>
      <p:sp>
        <p:nvSpPr>
          <p:cNvPr id="13" name="Foliennummernplatzhalter 12">
            <a:extLst>
              <a:ext uri="{FF2B5EF4-FFF2-40B4-BE49-F238E27FC236}">
                <a16:creationId xmlns:a16="http://schemas.microsoft.com/office/drawing/2014/main" id="{E82F9652-5510-4458-B0C1-D676134468C2}"/>
              </a:ext>
            </a:extLst>
          </p:cNvPr>
          <p:cNvSpPr>
            <a:spLocks noGrp="1"/>
          </p:cNvSpPr>
          <p:nvPr>
            <p:ph type="sldNum" sz="quarter" idx="12"/>
          </p:nvPr>
        </p:nvSpPr>
        <p:spPr/>
        <p:txBody>
          <a:bodyPr/>
          <a:lstStyle/>
          <a:p>
            <a:fld id="{431A7252-E8C9-4122-93AE-189ECCEF035D}" type="slidenum">
              <a:rPr lang="de-DE" smtClean="0"/>
              <a:t>23</a:t>
            </a:fld>
            <a:endParaRPr lang="de-DE"/>
          </a:p>
        </p:txBody>
      </p:sp>
    </p:spTree>
    <p:extLst>
      <p:ext uri="{BB962C8B-B14F-4D97-AF65-F5344CB8AC3E}">
        <p14:creationId xmlns:p14="http://schemas.microsoft.com/office/powerpoint/2010/main" val="2479883960"/>
      </p:ext>
    </p:extLst>
  </p:cSld>
  <p:clrMapOvr>
    <a:masterClrMapping/>
  </p:clrMapOvr>
</p:sld>
</file>

<file path=ppt/theme/theme1.xml><?xml version="1.0" encoding="utf-8"?>
<a:theme xmlns:a="http://schemas.openxmlformats.org/drawingml/2006/main" name="Office">
  <a:themeElements>
    <a:clrScheme name="SemIO">
      <a:dk1>
        <a:srgbClr val="BFD8FF"/>
      </a:dk1>
      <a:lt1>
        <a:srgbClr val="252A32"/>
      </a:lt1>
      <a:dk2>
        <a:srgbClr val="BFD8FF"/>
      </a:dk2>
      <a:lt2>
        <a:srgbClr val="252A32"/>
      </a:lt2>
      <a:accent1>
        <a:srgbClr val="00A69D"/>
      </a:accent1>
      <a:accent2>
        <a:srgbClr val="FF344F"/>
      </a:accent2>
      <a:accent3>
        <a:srgbClr val="4B5564"/>
      </a:accent3>
      <a:accent4>
        <a:srgbClr val="F07518"/>
      </a:accent4>
      <a:accent5>
        <a:srgbClr val="EACF33"/>
      </a:accent5>
      <a:accent6>
        <a:srgbClr val="9D00A5"/>
      </a:accent6>
      <a:hlink>
        <a:srgbClr val="334FEA"/>
      </a:hlink>
      <a:folHlink>
        <a:srgbClr val="9D00A5"/>
      </a:folHlink>
    </a:clrScheme>
    <a:fontScheme name="SemIO">
      <a:majorFont>
        <a:latin typeface="Consolas"/>
        <a:ea typeface=""/>
        <a:cs typeface=""/>
      </a:majorFont>
      <a:minorFont>
        <a:latin typeface="Consola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0</TotalTime>
  <Words>2585</Words>
  <Application>Microsoft Office PowerPoint</Application>
  <PresentationFormat>Breitbild</PresentationFormat>
  <Paragraphs>428</Paragraphs>
  <Slides>7</Slides>
  <Notes>0</Notes>
  <HiddenSlides>0</HiddenSlides>
  <MMClips>0</MMClips>
  <ScaleCrop>false</ScaleCrop>
  <HeadingPairs>
    <vt:vector size="8" baseType="variant">
      <vt:variant>
        <vt:lpstr>Verwendete Schriftarten</vt:lpstr>
      </vt:variant>
      <vt:variant>
        <vt:i4>4</vt:i4>
      </vt:variant>
      <vt:variant>
        <vt:lpstr>Design</vt:lpstr>
      </vt:variant>
      <vt:variant>
        <vt:i4>1</vt:i4>
      </vt:variant>
      <vt:variant>
        <vt:lpstr>Eingebettete OLE-Server</vt:lpstr>
      </vt:variant>
      <vt:variant>
        <vt:i4>1</vt:i4>
      </vt:variant>
      <vt:variant>
        <vt:lpstr>Folientitel</vt:lpstr>
      </vt:variant>
      <vt:variant>
        <vt:i4>7</vt:i4>
      </vt:variant>
    </vt:vector>
  </HeadingPairs>
  <TitlesOfParts>
    <vt:vector size="14" baseType="lpstr">
      <vt:lpstr>Arial</vt:lpstr>
      <vt:lpstr>Calibri</vt:lpstr>
      <vt:lpstr>Consolas</vt:lpstr>
      <vt:lpstr>Wingdings</vt:lpstr>
      <vt:lpstr>Office</vt:lpstr>
      <vt:lpstr>Acrobat Document</vt:lpstr>
      <vt:lpstr>SemIO</vt:lpstr>
      <vt:lpstr>SemIO</vt:lpstr>
      <vt:lpstr>Was erwartet Euch?</vt:lpstr>
      <vt:lpstr>Warum?</vt:lpstr>
      <vt:lpstr>Informationstechnologien</vt:lpstr>
      <vt:lpstr>PowerPoint-Präsentation</vt:lpstr>
      <vt:lpstr>Mit welchen Informationstechnologien planen Architekten?</vt:lpstr>
      <vt:lpstr>Diagrammnotation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SemIO</dc:title>
  <dc:creator>2169571668016502@msopseudo.tu-berlin.de</dc:creator>
  <cp:lastModifiedBy>TU-Pseudonym 2169571668016502</cp:lastModifiedBy>
  <cp:revision>122</cp:revision>
  <dcterms:created xsi:type="dcterms:W3CDTF">2020-11-21T16:44:22Z</dcterms:created>
  <dcterms:modified xsi:type="dcterms:W3CDTF">2020-11-27T16:59:09Z</dcterms:modified>
</cp:coreProperties>
</file>