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example.invalid/relationships/oracle-retyped"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