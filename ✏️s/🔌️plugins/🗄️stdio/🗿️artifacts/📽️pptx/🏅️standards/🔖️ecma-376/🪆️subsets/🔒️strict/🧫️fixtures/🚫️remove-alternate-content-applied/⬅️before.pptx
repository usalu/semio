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mc:AlternateContent xmlns:mc="http://schemas.openxmlformats.org/markup-compatibility/2006">
    <mc:Choice Requires="p14">
      <p:extLst/>
    </mc:Choice>
    <mc:Fallback>
      <p:extLst/>
    </mc:Fallback>
  </mc:AlternateConten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